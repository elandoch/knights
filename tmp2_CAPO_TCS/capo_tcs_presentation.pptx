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58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59" r:id="rId24"/>
    <p:sldId id="280" r:id="rId25"/>
    <p:sldId id="281" r:id="rId26"/>
    <p:sldId id="282" r:id="rId27"/>
    <p:sldId id="260" r:id="rId28"/>
    <p:sldId id="284" r:id="rId29"/>
    <p:sldId id="283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FB30BD-BFE0-A26E-7513-66240D5590A7}" v="22" dt="2026-02-17T16:33:27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C2FB30BD-BFE0-A26E-7513-66240D5590A7}"/>
    <pc:docChg chg="addSld modSld sldOrd">
      <pc:chgData name="Guest User" userId="" providerId="Windows Live" clId="Web-{C2FB30BD-BFE0-A26E-7513-66240D5590A7}" dt="2026-02-17T16:33:26.628" v="14"/>
      <pc:docMkLst>
        <pc:docMk/>
      </pc:docMkLst>
      <pc:sldChg chg="addSp modSp new">
        <pc:chgData name="Guest User" userId="" providerId="Windows Live" clId="Web-{C2FB30BD-BFE0-A26E-7513-66240D5590A7}" dt="2026-02-17T16:31:05.316" v="2"/>
        <pc:sldMkLst>
          <pc:docMk/>
          <pc:sldMk cId="862161207" sldId="280"/>
        </pc:sldMkLst>
        <pc:picChg chg="add mod">
          <ac:chgData name="Guest User" userId="" providerId="Windows Live" clId="Web-{C2FB30BD-BFE0-A26E-7513-66240D5590A7}" dt="2026-02-17T16:31:05.316" v="2"/>
          <ac:picMkLst>
            <pc:docMk/>
            <pc:sldMk cId="862161207" sldId="280"/>
            <ac:picMk id="3" creationId="{B2675402-C819-1EEC-5A42-54CE12FA14F5}"/>
          </ac:picMkLst>
        </pc:picChg>
      </pc:sldChg>
      <pc:sldChg chg="addSp modSp new">
        <pc:chgData name="Guest User" userId="" providerId="Windows Live" clId="Web-{C2FB30BD-BFE0-A26E-7513-66240D5590A7}" dt="2026-02-17T16:31:32.394" v="3"/>
        <pc:sldMkLst>
          <pc:docMk/>
          <pc:sldMk cId="931086903" sldId="281"/>
        </pc:sldMkLst>
        <pc:picChg chg="add mod">
          <ac:chgData name="Guest User" userId="" providerId="Windows Live" clId="Web-{C2FB30BD-BFE0-A26E-7513-66240D5590A7}" dt="2026-02-17T16:31:32.394" v="3"/>
          <ac:picMkLst>
            <pc:docMk/>
            <pc:sldMk cId="931086903" sldId="281"/>
            <ac:picMk id="3" creationId="{D53E8A82-D918-2056-9C32-808CEF2F7FEE}"/>
          </ac:picMkLst>
        </pc:picChg>
      </pc:sldChg>
      <pc:sldChg chg="addSp modSp new">
        <pc:chgData name="Guest User" userId="" providerId="Windows Live" clId="Web-{C2FB30BD-BFE0-A26E-7513-66240D5590A7}" dt="2026-02-17T16:31:49.566" v="5"/>
        <pc:sldMkLst>
          <pc:docMk/>
          <pc:sldMk cId="3388997312" sldId="282"/>
        </pc:sldMkLst>
        <pc:picChg chg="add mod">
          <ac:chgData name="Guest User" userId="" providerId="Windows Live" clId="Web-{C2FB30BD-BFE0-A26E-7513-66240D5590A7}" dt="2026-02-17T16:31:49.566" v="5"/>
          <ac:picMkLst>
            <pc:docMk/>
            <pc:sldMk cId="3388997312" sldId="282"/>
            <ac:picMk id="3" creationId="{F9A56EEF-FF71-B1DA-1CF9-2EBFA30F56C4}"/>
          </ac:picMkLst>
        </pc:picChg>
      </pc:sldChg>
      <pc:sldChg chg="addSp modSp new">
        <pc:chgData name="Guest User" userId="" providerId="Windows Live" clId="Web-{C2FB30BD-BFE0-A26E-7513-66240D5590A7}" dt="2026-02-17T16:33:09.206" v="12"/>
        <pc:sldMkLst>
          <pc:docMk/>
          <pc:sldMk cId="1463658706" sldId="283"/>
        </pc:sldMkLst>
        <pc:picChg chg="add mod">
          <ac:chgData name="Guest User" userId="" providerId="Windows Live" clId="Web-{C2FB30BD-BFE0-A26E-7513-66240D5590A7}" dt="2026-02-17T16:33:09.206" v="12"/>
          <ac:picMkLst>
            <pc:docMk/>
            <pc:sldMk cId="1463658706" sldId="283"/>
            <ac:picMk id="3" creationId="{46DD2AD3-066D-BCCB-39AA-EF2FE23643BB}"/>
          </ac:picMkLst>
        </pc:picChg>
      </pc:sldChg>
      <pc:sldChg chg="addSp modSp new ord">
        <pc:chgData name="Guest User" userId="" providerId="Windows Live" clId="Web-{C2FB30BD-BFE0-A26E-7513-66240D5590A7}" dt="2026-02-17T16:33:01.675" v="11"/>
        <pc:sldMkLst>
          <pc:docMk/>
          <pc:sldMk cId="2616857349" sldId="284"/>
        </pc:sldMkLst>
        <pc:picChg chg="add mod">
          <ac:chgData name="Guest User" userId="" providerId="Windows Live" clId="Web-{C2FB30BD-BFE0-A26E-7513-66240D5590A7}" dt="2026-02-17T16:32:52.659" v="10"/>
          <ac:picMkLst>
            <pc:docMk/>
            <pc:sldMk cId="2616857349" sldId="284"/>
            <ac:picMk id="3" creationId="{04391DBF-B646-C915-70E4-0803D79F694E}"/>
          </ac:picMkLst>
        </pc:picChg>
      </pc:sldChg>
      <pc:sldChg chg="addSp modSp new">
        <pc:chgData name="Guest User" userId="" providerId="Windows Live" clId="Web-{C2FB30BD-BFE0-A26E-7513-66240D5590A7}" dt="2026-02-17T16:33:18.237" v="13"/>
        <pc:sldMkLst>
          <pc:docMk/>
          <pc:sldMk cId="1007461969" sldId="285"/>
        </pc:sldMkLst>
        <pc:picChg chg="add mod">
          <ac:chgData name="Guest User" userId="" providerId="Windows Live" clId="Web-{C2FB30BD-BFE0-A26E-7513-66240D5590A7}" dt="2026-02-17T16:33:18.237" v="13"/>
          <ac:picMkLst>
            <pc:docMk/>
            <pc:sldMk cId="1007461969" sldId="285"/>
            <ac:picMk id="3" creationId="{8B06F478-800D-C7D2-1EC1-6F33F5D43E8B}"/>
          </ac:picMkLst>
        </pc:picChg>
      </pc:sldChg>
      <pc:sldChg chg="addSp modSp new">
        <pc:chgData name="Guest User" userId="" providerId="Windows Live" clId="Web-{C2FB30BD-BFE0-A26E-7513-66240D5590A7}" dt="2026-02-17T16:33:26.628" v="14"/>
        <pc:sldMkLst>
          <pc:docMk/>
          <pc:sldMk cId="4003067101" sldId="286"/>
        </pc:sldMkLst>
        <pc:picChg chg="add mod">
          <ac:chgData name="Guest User" userId="" providerId="Windows Live" clId="Web-{C2FB30BD-BFE0-A26E-7513-66240D5590A7}" dt="2026-02-17T16:33:26.628" v="14"/>
          <ac:picMkLst>
            <pc:docMk/>
            <pc:sldMk cId="4003067101" sldId="286"/>
            <ac:picMk id="3" creationId="{75E61F36-BBE7-5E50-AA26-49595CADD7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8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0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89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8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0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8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2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81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7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25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88BFD-DA13-484E-8A37-C68517EA027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9DB40-D518-4F62-A983-744892C0B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6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DED94-D098-0545-40CF-72F6FEE9B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/>
              <a:t>CAPO and Time to Clinical Stability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38A59-AC16-1318-2970-5BCAEE015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US"/>
              <a:t>DS450 – Team Mini Project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27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DAC47-3249-C135-9116-5B469D16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57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E6FFD-3396-AA47-F1A1-6EF379C1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57036"/>
            <a:ext cx="10905066" cy="41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1524F-A490-B3DF-B5E7-633C1C1FA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52235"/>
            <a:ext cx="10905066" cy="27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92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826447-558D-9EBB-FDFA-5B820054C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27" y="643467"/>
            <a:ext cx="5208945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94507B-A8F5-5ACF-F216-E1E2D6303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585" y="1883664"/>
            <a:ext cx="4454755" cy="394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464D1-D624-A608-B72C-0F03116E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062" y="1035411"/>
            <a:ext cx="5855875" cy="478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91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97B7F8-C64D-69F6-01ED-1B45926F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90" y="643466"/>
            <a:ext cx="519501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7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5BD210-8F71-54BA-31D6-427DDC794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35" y="643467"/>
            <a:ext cx="4596129" cy="5571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A3EB4B-854D-2A34-DEB6-F37496FAA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638" y="2460747"/>
            <a:ext cx="4434054" cy="193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3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9596E-7D62-F78B-164A-365F08203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763" y="643466"/>
            <a:ext cx="59424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768BD-B9C9-5032-6A89-24CDA08D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184" y="643466"/>
            <a:ext cx="70076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46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E833BF-A942-EDFA-ABEA-EFE8A4835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6" y="643466"/>
            <a:ext cx="813294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44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19F3D5-B2BD-695F-F657-03219CF41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0" y="2186620"/>
            <a:ext cx="9939040" cy="248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0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C7C48-0EAA-0814-B67E-0A89934A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273" y="643466"/>
            <a:ext cx="511145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13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5A845-1978-AE0B-BD13-B486707A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859795"/>
            <a:ext cx="6096000" cy="11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35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7740C-CE53-39BE-44E0-EF2D1D6F9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Survival Analysis Curve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76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7BCFA-A307-9A85-30E1-5B122FDA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29" y="2575157"/>
            <a:ext cx="5103541" cy="170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77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CE771-B3FB-2C83-9C46-E5A350DA3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342" y="1647157"/>
            <a:ext cx="5273316" cy="1137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E7F8DB-032F-5961-9234-743E0CC00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474" y="2880411"/>
            <a:ext cx="5382184" cy="18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173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75A1A-7D54-4513-3F8E-DD79E62C3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480" y="1697500"/>
            <a:ext cx="7653040" cy="34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03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73DFB3-112B-095B-8220-9A50AD4AC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29331"/>
            <a:ext cx="10905066" cy="179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48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9DF087-6926-E462-3582-9016D4D72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419" y="1358636"/>
            <a:ext cx="5291666" cy="4140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05CE1C-B64E-B785-4359-A16619D4A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75" y="2536976"/>
            <a:ext cx="5291667" cy="17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292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0D367-12A3-17D3-07B7-A3670D54A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1597508"/>
            <a:ext cx="4434628" cy="3662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88623B-765E-3D78-08A2-5F946B307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58636"/>
            <a:ext cx="5291667" cy="41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5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227D34-DB19-6C54-A2B9-46562CCF8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415" y="643467"/>
            <a:ext cx="3509770" cy="55710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6B7165-09B8-E597-4EBB-2BC35E4C9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1358636"/>
            <a:ext cx="5291667" cy="41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55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7A3E3-4796-7B70-508D-8623EEC3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Regression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72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832E-CCB6-42A4-6197-47B1EB10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5402-C819-1EEC-5A42-54CE12FA1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61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EADD-FC95-CFCF-5BEB-C9D165FA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3E8A82-D918-2056-9C32-808CEF2F7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86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58FE-D5C5-7DE3-B566-811344968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56EEF-FF71-B1DA-1CF9-2EBFA30F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97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D65DE-F3FD-5488-9D3D-F978FCAD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Logistic Regression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433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4C0A-24B4-6234-DA0D-B49A8B85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4391DBF-B646-C915-70E4-0803D79F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57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0836-E7F7-CE76-CF06-D68FB220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D2AD3-066D-BCCB-39AA-EF2FE2364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58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52FC-0247-9601-1857-C3F555A2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06F478-800D-C7D2-1EC1-6F33F5D4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61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F03E-52D6-79FC-8D78-D27464A4C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61F36-BBE7-5E50-AA26-49595CAD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67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2013 - 2022 Theme</vt:lpstr>
      <vt:lpstr>CAPO and Time to Clinical Stability</vt:lpstr>
      <vt:lpstr>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Survival Analysis Curve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Linear Regression</vt:lpstr>
      <vt:lpstr>PowerPoint Presentation</vt:lpstr>
      <vt:lpstr>PowerPoint Presentation</vt:lpstr>
      <vt:lpstr>PowerPoint Presentation</vt:lpstr>
      <vt:lpstr>Logistic Regression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ellie landoch</dc:creator>
  <cp:revision>1</cp:revision>
  <dcterms:created xsi:type="dcterms:W3CDTF">2026-02-17T15:33:37Z</dcterms:created>
  <dcterms:modified xsi:type="dcterms:W3CDTF">2026-02-17T16:33:42Z</dcterms:modified>
</cp:coreProperties>
</file>