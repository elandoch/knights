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4" d="100"/>
          <a:sy n="94" d="100"/>
        </p:scale>
        <p:origin x="33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5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9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2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0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7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2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9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96B39EE-E6FA-49E4-946B-7DEA1A79B6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F345541-3F10-4D08-BCC2-CFACB86EAEA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415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2391D0D-85B3-7C19-2F7A-8D96A78C8546}"/>
              </a:ext>
            </a:extLst>
          </p:cNvPr>
          <p:cNvSpPr txBox="1"/>
          <p:nvPr/>
        </p:nvSpPr>
        <p:spPr>
          <a:xfrm>
            <a:off x="576554" y="282924"/>
            <a:ext cx="10993549" cy="14750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Survival Analysis Curve</a:t>
            </a:r>
            <a:endParaRPr lang="en-US" sz="3600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10004-1A9A-1EDF-98B0-6835BA651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" r="999"/>
          <a:stretch/>
        </p:blipFill>
        <p:spPr>
          <a:xfrm>
            <a:off x="132080" y="2875279"/>
            <a:ext cx="6981661" cy="258187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AA56C07-9548-B6DD-D8BD-906EBAC7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Analysis Curve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38D7C7-6EC1-8F6D-C0A3-0C0A0A25C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741" y="2614946"/>
            <a:ext cx="4642404" cy="31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0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5CEF0-5CFD-9274-4723-FF2F8F92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3" y="1338459"/>
            <a:ext cx="6906589" cy="724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2434CE-3C56-CCD1-2649-7D80BC115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7" y="2505042"/>
            <a:ext cx="1943371" cy="4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DE60D-311C-9A25-7D75-C7340D1BA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" y="3076641"/>
            <a:ext cx="4031053" cy="2589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A72F2E-4A49-16E1-2D4C-71E06AA14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13" y="2657463"/>
            <a:ext cx="1762371" cy="171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534AEB-5885-2852-E9AB-A5D2FADD8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732" y="2990101"/>
            <a:ext cx="4300537" cy="2762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061F3-FCFE-F298-9A9C-93BBCF340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566" y="2694784"/>
            <a:ext cx="3439005" cy="295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D105DF-496B-BB00-69CF-3255E9546C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6266" y="3150327"/>
            <a:ext cx="3801596" cy="24416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30E309-15C7-67C9-3C01-3E2380B5A5DE}"/>
              </a:ext>
            </a:extLst>
          </p:cNvPr>
          <p:cNvSpPr txBox="1"/>
          <p:nvPr/>
        </p:nvSpPr>
        <p:spPr>
          <a:xfrm>
            <a:off x="1681159" y="532916"/>
            <a:ext cx="882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Creating the Linear Model and Checking the Residuals</a:t>
            </a:r>
          </a:p>
        </p:txBody>
      </p:sp>
    </p:spTree>
    <p:extLst>
      <p:ext uri="{BB962C8B-B14F-4D97-AF65-F5344CB8AC3E}">
        <p14:creationId xmlns:p14="http://schemas.microsoft.com/office/powerpoint/2010/main" val="404902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91EF8-79CD-9260-8529-F03CB19D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6" y="723899"/>
            <a:ext cx="6165356" cy="60066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77571-78B8-C0B4-5DF6-16B2AAFB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Summary of Linear  Model</a:t>
            </a:r>
          </a:p>
        </p:txBody>
      </p:sp>
    </p:spTree>
    <p:extLst>
      <p:ext uri="{BB962C8B-B14F-4D97-AF65-F5344CB8AC3E}">
        <p14:creationId xmlns:p14="http://schemas.microsoft.com/office/powerpoint/2010/main" val="159601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6757-31A6-687C-005A-A9EFC39A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Prediction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FC035-AB84-E6F4-654C-2FB486F04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7" y="2417401"/>
            <a:ext cx="6108769" cy="691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7E83D-C7A5-0812-466D-CBCE8F4A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95" y="3429000"/>
            <a:ext cx="1805235" cy="1683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8047F-3FBE-A75F-26C1-7D6B4112A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960" y="2295481"/>
            <a:ext cx="4781550" cy="370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21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F7AE1DD-639B-AC72-F2F9-BFAEA0184EAF}"/>
              </a:ext>
            </a:extLst>
          </p:cNvPr>
          <p:cNvSpPr txBox="1"/>
          <p:nvPr/>
        </p:nvSpPr>
        <p:spPr>
          <a:xfrm>
            <a:off x="124119" y="4079884"/>
            <a:ext cx="1034288" cy="481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0.6917375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8A30B-E848-9148-1D92-538866CBF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037" y="1538325"/>
            <a:ext cx="4491030" cy="4651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E2BDC-905E-2286-18AB-38952E99E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19" y="3206672"/>
            <a:ext cx="4743374" cy="8732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63865-E12D-731F-A9D5-4A8D9A577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19" y="1980722"/>
            <a:ext cx="7391939" cy="584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9955DA-5A63-CEFB-EE1E-E122BD4F7903}"/>
              </a:ext>
            </a:extLst>
          </p:cNvPr>
          <p:cNvSpPr txBox="1"/>
          <p:nvPr/>
        </p:nvSpPr>
        <p:spPr>
          <a:xfrm>
            <a:off x="370976" y="602504"/>
            <a:ext cx="6019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Logistic Model For Stable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271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A65385C-91E5-2CBA-0297-9ADBB24D2636}"/>
              </a:ext>
            </a:extLst>
          </p:cNvPr>
          <p:cNvSpPr txBox="1"/>
          <p:nvPr/>
        </p:nvSpPr>
        <p:spPr>
          <a:xfrm>
            <a:off x="183585" y="672366"/>
            <a:ext cx="6331904" cy="1146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Logistic Model For Stable Using “Lab” Columns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1CB8E-6339-6AB5-79CF-53DFCB73BF7D}"/>
              </a:ext>
            </a:extLst>
          </p:cNvPr>
          <p:cNvSpPr txBox="1"/>
          <p:nvPr/>
        </p:nvSpPr>
        <p:spPr>
          <a:xfrm>
            <a:off x="183584" y="4539255"/>
            <a:ext cx="5946202" cy="8059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0.6973269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E3F00-D32A-662D-6365-B995ABF1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016" y="874917"/>
            <a:ext cx="3410434" cy="58154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F7B200-FBEF-A363-A08C-C0D362DE8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84" y="2512465"/>
            <a:ext cx="7598975" cy="1001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2B85E-B6E1-1A9B-7441-0C6BDA3E5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84" y="4248723"/>
            <a:ext cx="5516175" cy="6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1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F58A48-6859-D1B3-8B8A-A2E3485B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7" y="1423644"/>
            <a:ext cx="4801270" cy="4925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6CA78-9104-0149-F8A8-3D08213B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440" y="3063665"/>
            <a:ext cx="6621685" cy="730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11D8C5-1B58-104C-54A1-39711BFCBF0A}"/>
              </a:ext>
            </a:extLst>
          </p:cNvPr>
          <p:cNvSpPr txBox="1"/>
          <p:nvPr/>
        </p:nvSpPr>
        <p:spPr>
          <a:xfrm>
            <a:off x="4917440" y="406240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0.6538275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77381-C495-2141-FBB2-3F55664C2DC5}"/>
              </a:ext>
            </a:extLst>
          </p:cNvPr>
          <p:cNvSpPr txBox="1"/>
          <p:nvPr/>
        </p:nvSpPr>
        <p:spPr>
          <a:xfrm>
            <a:off x="661416" y="5092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Logistic Model For Early TCS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56A0A1-B4A5-AF83-EF9E-DE027FC8A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440" y="1592742"/>
            <a:ext cx="7162800" cy="12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65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680029-6C20-E47A-95E5-3CA6EBF23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86" y="1908284"/>
            <a:ext cx="8176698" cy="957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9C402-64C3-E636-7E77-29CA8A625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4087"/>
            <a:ext cx="3779520" cy="6174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A15D10-B656-E9E9-54C0-E962F314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273321"/>
            <a:ext cx="4791744" cy="438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38785A-A229-CAC3-014D-B8FEA5A5DEA1}"/>
              </a:ext>
            </a:extLst>
          </p:cNvPr>
          <p:cNvSpPr txBox="1"/>
          <p:nvPr/>
        </p:nvSpPr>
        <p:spPr>
          <a:xfrm>
            <a:off x="3922786" y="378046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0.6624544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A7DEBB-D5AA-97EE-D18F-317C15A3E731}"/>
              </a:ext>
            </a:extLst>
          </p:cNvPr>
          <p:cNvSpPr txBox="1"/>
          <p:nvPr/>
        </p:nvSpPr>
        <p:spPr>
          <a:xfrm>
            <a:off x="5019132" y="624087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Logistic Model For Early TCS using “Lab” Columns</a:t>
            </a:r>
          </a:p>
        </p:txBody>
      </p:sp>
    </p:spTree>
    <p:extLst>
      <p:ext uri="{BB962C8B-B14F-4D97-AF65-F5344CB8AC3E}">
        <p14:creationId xmlns:p14="http://schemas.microsoft.com/office/powerpoint/2010/main" val="18660935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53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</vt:lpstr>
      <vt:lpstr>Survival Analysis Curve</vt:lpstr>
      <vt:lpstr>PowerPoint Presentation</vt:lpstr>
      <vt:lpstr>Summary of Linear  Model</vt:lpstr>
      <vt:lpstr>Methods For Prediction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H. Bush</dc:creator>
  <cp:lastModifiedBy>Caleb H. Bush</cp:lastModifiedBy>
  <cp:revision>1</cp:revision>
  <dcterms:created xsi:type="dcterms:W3CDTF">2026-02-17T14:40:06Z</dcterms:created>
  <dcterms:modified xsi:type="dcterms:W3CDTF">2026-02-17T15:34:55Z</dcterms:modified>
</cp:coreProperties>
</file>