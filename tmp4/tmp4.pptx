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74" r:id="rId2"/>
    <p:sldId id="275" r:id="rId3"/>
    <p:sldId id="276" r:id="rId4"/>
    <p:sldId id="277" r:id="rId5"/>
    <p:sldId id="278" r:id="rId6"/>
    <p:sldId id="279" r:id="rId7"/>
    <p:sldId id="280" r:id="rId8"/>
    <p:sldId id="281" r:id="rId9"/>
    <p:sldId id="282" r:id="rId10"/>
    <p:sldId id="283" r:id="rId11"/>
    <p:sldId id="284" r:id="rId12"/>
    <p:sldId id="291" r:id="rId13"/>
    <p:sldId id="292" r:id="rId14"/>
    <p:sldId id="293" r:id="rId15"/>
    <p:sldId id="294" r:id="rId16"/>
    <p:sldId id="295" r:id="rId17"/>
    <p:sldId id="296" r:id="rId18"/>
    <p:sldId id="297" r:id="rId19"/>
    <p:sldId id="285" r:id="rId20"/>
    <p:sldId id="286" r:id="rId21"/>
    <p:sldId id="287" r:id="rId22"/>
    <p:sldId id="288" r:id="rId23"/>
    <p:sldId id="289" r:id="rId24"/>
    <p:sldId id="290" r:id="rId25"/>
    <p:sldId id="27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F4E459-DFC4-33F5-62B2-CE693A434889}" v="4" dt="2026-04-02T15:14:56.324"/>
    <p1510:client id="{57E36F3D-FE78-4465-B159-D68679E3F8D1}" v="209" dt="2026-04-02T03:03:49.419"/>
    <p1510:client id="{8C10010D-61D0-F54F-D49C-4C55C2E804CB}" v="216" dt="2026-04-02T13:36:00.558"/>
    <p1510:client id="{8C870C89-31EC-18CB-E5D4-700725C23B35}" v="80" dt="2026-04-02T02:45:29.773"/>
    <p1510:client id="{A289A35D-810C-0A03-CC06-4D8F017E0040}" v="15" dt="2026-04-02T13:40:56.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8C870C89-31EC-18CB-E5D4-700725C23B35}"/>
    <pc:docChg chg="addSld modSld">
      <pc:chgData name="Guest User" userId="" providerId="Windows Live" clId="Web-{8C870C89-31EC-18CB-E5D4-700725C23B35}" dt="2026-04-02T02:45:29.773" v="73" actId="1076"/>
      <pc:docMkLst>
        <pc:docMk/>
      </pc:docMkLst>
      <pc:sldChg chg="addSp delSp modSp new">
        <pc:chgData name="Guest User" userId="" providerId="Windows Live" clId="Web-{8C870C89-31EC-18CB-E5D4-700725C23B35}" dt="2026-04-02T02:34:14.180" v="10" actId="1076"/>
        <pc:sldMkLst>
          <pc:docMk/>
          <pc:sldMk cId="516749916" sldId="267"/>
        </pc:sldMkLst>
        <pc:spChg chg="del">
          <ac:chgData name="Guest User" userId="" providerId="Windows Live" clId="Web-{8C870C89-31EC-18CB-E5D4-700725C23B35}" dt="2026-04-02T02:34:09.446" v="9"/>
          <ac:spMkLst>
            <pc:docMk/>
            <pc:sldMk cId="516749916" sldId="267"/>
            <ac:spMk id="2" creationId="{F087DC05-A0C7-62B5-3AC3-33BE8C0039E4}"/>
          </ac:spMkLst>
        </pc:spChg>
        <pc:spChg chg="del">
          <ac:chgData name="Guest User" userId="" providerId="Windows Live" clId="Web-{8C870C89-31EC-18CB-E5D4-700725C23B35}" dt="2026-04-02T02:33:51.930" v="6"/>
          <ac:spMkLst>
            <pc:docMk/>
            <pc:sldMk cId="516749916" sldId="267"/>
            <ac:spMk id="3" creationId="{73F11556-9AF7-B5E7-E298-891478E1E938}"/>
          </ac:spMkLst>
        </pc:spChg>
        <pc:picChg chg="add mod ord">
          <ac:chgData name="Guest User" userId="" providerId="Windows Live" clId="Web-{8C870C89-31EC-18CB-E5D4-700725C23B35}" dt="2026-04-02T02:34:14.180" v="10" actId="1076"/>
          <ac:picMkLst>
            <pc:docMk/>
            <pc:sldMk cId="516749916" sldId="267"/>
            <ac:picMk id="4" creationId="{73BC6DA1-927D-3D9F-39E7-9AD2B1C9F9CA}"/>
          </ac:picMkLst>
        </pc:picChg>
      </pc:sldChg>
      <pc:sldChg chg="addSp delSp modSp new">
        <pc:chgData name="Guest User" userId="" providerId="Windows Live" clId="Web-{8C870C89-31EC-18CB-E5D4-700725C23B35}" dt="2026-04-02T02:34:49.618" v="14" actId="1076"/>
        <pc:sldMkLst>
          <pc:docMk/>
          <pc:sldMk cId="2998660257" sldId="268"/>
        </pc:sldMkLst>
        <pc:spChg chg="del">
          <ac:chgData name="Guest User" userId="" providerId="Windows Live" clId="Web-{8C870C89-31EC-18CB-E5D4-700725C23B35}" dt="2026-04-02T02:34:44.165" v="12"/>
          <ac:spMkLst>
            <pc:docMk/>
            <pc:sldMk cId="2998660257" sldId="268"/>
            <ac:spMk id="2" creationId="{A1571757-DC6A-2740-F957-7EE1FCE4B9C7}"/>
          </ac:spMkLst>
        </pc:spChg>
        <pc:spChg chg="del">
          <ac:chgData name="Guest User" userId="" providerId="Windows Live" clId="Web-{8C870C89-31EC-18CB-E5D4-700725C23B35}" dt="2026-04-02T02:34:40.774" v="11"/>
          <ac:spMkLst>
            <pc:docMk/>
            <pc:sldMk cId="2998660257" sldId="268"/>
            <ac:spMk id="3" creationId="{9A5DFA52-F05F-48C4-BE02-F9DD86E88B0E}"/>
          </ac:spMkLst>
        </pc:spChg>
        <pc:picChg chg="add mod ord">
          <ac:chgData name="Guest User" userId="" providerId="Windows Live" clId="Web-{8C870C89-31EC-18CB-E5D4-700725C23B35}" dt="2026-04-02T02:34:49.618" v="14" actId="1076"/>
          <ac:picMkLst>
            <pc:docMk/>
            <pc:sldMk cId="2998660257" sldId="268"/>
            <ac:picMk id="4" creationId="{887CF332-FEB3-A107-E65C-B7AD6A7F5AF1}"/>
          </ac:picMkLst>
        </pc:picChg>
      </pc:sldChg>
      <pc:sldChg chg="addSp delSp modSp new">
        <pc:chgData name="Guest User" userId="" providerId="Windows Live" clId="Web-{8C870C89-31EC-18CB-E5D4-700725C23B35}" dt="2026-04-02T02:35:19.946" v="18" actId="1076"/>
        <pc:sldMkLst>
          <pc:docMk/>
          <pc:sldMk cId="3977496480" sldId="269"/>
        </pc:sldMkLst>
        <pc:spChg chg="del">
          <ac:chgData name="Guest User" userId="" providerId="Windows Live" clId="Web-{8C870C89-31EC-18CB-E5D4-700725C23B35}" dt="2026-04-02T02:35:12.899" v="16"/>
          <ac:spMkLst>
            <pc:docMk/>
            <pc:sldMk cId="3977496480" sldId="269"/>
            <ac:spMk id="2" creationId="{0BEBB902-4BD7-114D-043D-5F58528F12D4}"/>
          </ac:spMkLst>
        </pc:spChg>
        <pc:spChg chg="del">
          <ac:chgData name="Guest User" userId="" providerId="Windows Live" clId="Web-{8C870C89-31EC-18CB-E5D4-700725C23B35}" dt="2026-04-02T02:35:09.399" v="15"/>
          <ac:spMkLst>
            <pc:docMk/>
            <pc:sldMk cId="3977496480" sldId="269"/>
            <ac:spMk id="3" creationId="{DAED0EF7-B654-31A2-3226-82B1DDE454C5}"/>
          </ac:spMkLst>
        </pc:spChg>
        <pc:picChg chg="add mod ord">
          <ac:chgData name="Guest User" userId="" providerId="Windows Live" clId="Web-{8C870C89-31EC-18CB-E5D4-700725C23B35}" dt="2026-04-02T02:35:19.946" v="18" actId="1076"/>
          <ac:picMkLst>
            <pc:docMk/>
            <pc:sldMk cId="3977496480" sldId="269"/>
            <ac:picMk id="4" creationId="{90A323C3-C9D2-CD34-ADF7-1C84CF14DE91}"/>
          </ac:picMkLst>
        </pc:picChg>
      </pc:sldChg>
      <pc:sldChg chg="addSp delSp modSp new">
        <pc:chgData name="Guest User" userId="" providerId="Windows Live" clId="Web-{8C870C89-31EC-18CB-E5D4-700725C23B35}" dt="2026-04-02T02:35:53.071" v="22" actId="1076"/>
        <pc:sldMkLst>
          <pc:docMk/>
          <pc:sldMk cId="3115027432" sldId="270"/>
        </pc:sldMkLst>
        <pc:spChg chg="del">
          <ac:chgData name="Guest User" userId="" providerId="Windows Live" clId="Web-{8C870C89-31EC-18CB-E5D4-700725C23B35}" dt="2026-04-02T02:35:43.899" v="20"/>
          <ac:spMkLst>
            <pc:docMk/>
            <pc:sldMk cId="3115027432" sldId="270"/>
            <ac:spMk id="2" creationId="{4082DB60-DF9F-5EC2-7356-A059DC107514}"/>
          </ac:spMkLst>
        </pc:spChg>
        <pc:spChg chg="del">
          <ac:chgData name="Guest User" userId="" providerId="Windows Live" clId="Web-{8C870C89-31EC-18CB-E5D4-700725C23B35}" dt="2026-04-02T02:35:41.493" v="19"/>
          <ac:spMkLst>
            <pc:docMk/>
            <pc:sldMk cId="3115027432" sldId="270"/>
            <ac:spMk id="3" creationId="{9BCA0D83-5F2F-0AF0-0A40-D48A93939FC0}"/>
          </ac:spMkLst>
        </pc:spChg>
        <pc:picChg chg="add mod ord">
          <ac:chgData name="Guest User" userId="" providerId="Windows Live" clId="Web-{8C870C89-31EC-18CB-E5D4-700725C23B35}" dt="2026-04-02T02:35:53.071" v="22" actId="1076"/>
          <ac:picMkLst>
            <pc:docMk/>
            <pc:sldMk cId="3115027432" sldId="270"/>
            <ac:picMk id="4" creationId="{98D4C6D2-08EF-41FC-B2E6-92B1D3BF43FD}"/>
          </ac:picMkLst>
        </pc:picChg>
      </pc:sldChg>
      <pc:sldChg chg="addSp delSp modSp new">
        <pc:chgData name="Guest User" userId="" providerId="Windows Live" clId="Web-{8C870C89-31EC-18CB-E5D4-700725C23B35}" dt="2026-04-02T02:37:30.914" v="26" actId="1076"/>
        <pc:sldMkLst>
          <pc:docMk/>
          <pc:sldMk cId="4120375469" sldId="271"/>
        </pc:sldMkLst>
        <pc:spChg chg="del">
          <ac:chgData name="Guest User" userId="" providerId="Windows Live" clId="Web-{8C870C89-31EC-18CB-E5D4-700725C23B35}" dt="2026-04-02T02:37:11.664" v="24"/>
          <ac:spMkLst>
            <pc:docMk/>
            <pc:sldMk cId="4120375469" sldId="271"/>
            <ac:spMk id="2" creationId="{03FB99BC-0712-5191-2F9F-272B13A90935}"/>
          </ac:spMkLst>
        </pc:spChg>
        <pc:spChg chg="del">
          <ac:chgData name="Guest User" userId="" providerId="Windows Live" clId="Web-{8C870C89-31EC-18CB-E5D4-700725C23B35}" dt="2026-04-02T02:37:01.930" v="23"/>
          <ac:spMkLst>
            <pc:docMk/>
            <pc:sldMk cId="4120375469" sldId="271"/>
            <ac:spMk id="3" creationId="{3AF58839-0E8D-5545-4C08-2A878ABB6317}"/>
          </ac:spMkLst>
        </pc:spChg>
        <pc:picChg chg="add mod ord">
          <ac:chgData name="Guest User" userId="" providerId="Windows Live" clId="Web-{8C870C89-31EC-18CB-E5D4-700725C23B35}" dt="2026-04-02T02:37:30.914" v="26" actId="1076"/>
          <ac:picMkLst>
            <pc:docMk/>
            <pc:sldMk cId="4120375469" sldId="271"/>
            <ac:picMk id="4" creationId="{14F56229-78D5-FA4A-D7D7-F27B8D51532B}"/>
          </ac:picMkLst>
        </pc:picChg>
      </pc:sldChg>
      <pc:sldChg chg="addSp delSp modSp new">
        <pc:chgData name="Guest User" userId="" providerId="Windows Live" clId="Web-{8C870C89-31EC-18CB-E5D4-700725C23B35}" dt="2026-04-02T02:38:35.633" v="30" actId="1076"/>
        <pc:sldMkLst>
          <pc:docMk/>
          <pc:sldMk cId="325588817" sldId="272"/>
        </pc:sldMkLst>
        <pc:spChg chg="del">
          <ac:chgData name="Guest User" userId="" providerId="Windows Live" clId="Web-{8C870C89-31EC-18CB-E5D4-700725C23B35}" dt="2026-04-02T02:38:21.133" v="28"/>
          <ac:spMkLst>
            <pc:docMk/>
            <pc:sldMk cId="325588817" sldId="272"/>
            <ac:spMk id="2" creationId="{438B94F5-FB36-EDA5-854B-30386F8187FC}"/>
          </ac:spMkLst>
        </pc:spChg>
        <pc:spChg chg="del">
          <ac:chgData name="Guest User" userId="" providerId="Windows Live" clId="Web-{8C870C89-31EC-18CB-E5D4-700725C23B35}" dt="2026-04-02T02:38:17.633" v="27"/>
          <ac:spMkLst>
            <pc:docMk/>
            <pc:sldMk cId="325588817" sldId="272"/>
            <ac:spMk id="3" creationId="{74EBCC65-6546-36B7-53D5-05CE67208448}"/>
          </ac:spMkLst>
        </pc:spChg>
        <pc:picChg chg="add mod ord">
          <ac:chgData name="Guest User" userId="" providerId="Windows Live" clId="Web-{8C870C89-31EC-18CB-E5D4-700725C23B35}" dt="2026-04-02T02:38:35.633" v="30" actId="1076"/>
          <ac:picMkLst>
            <pc:docMk/>
            <pc:sldMk cId="325588817" sldId="272"/>
            <ac:picMk id="4" creationId="{42CF2427-FF60-2054-C1B7-C1A325A8FBD6}"/>
          </ac:picMkLst>
        </pc:picChg>
      </pc:sldChg>
      <pc:sldChg chg="addSp delSp modSp new">
        <pc:chgData name="Guest User" userId="" providerId="Windows Live" clId="Web-{8C870C89-31EC-18CB-E5D4-700725C23B35}" dt="2026-04-02T02:45:29.773" v="73" actId="1076"/>
        <pc:sldMkLst>
          <pc:docMk/>
          <pc:sldMk cId="2552673485" sldId="273"/>
        </pc:sldMkLst>
        <pc:spChg chg="mod">
          <ac:chgData name="Guest User" userId="" providerId="Windows Live" clId="Web-{8C870C89-31EC-18CB-E5D4-700725C23B35}" dt="2026-04-02T02:44:27.804" v="70" actId="20577"/>
          <ac:spMkLst>
            <pc:docMk/>
            <pc:sldMk cId="2552673485" sldId="273"/>
            <ac:spMk id="2" creationId="{5BCFDCCE-36BD-FF7A-F45F-24100B5A623F}"/>
          </ac:spMkLst>
        </pc:spChg>
        <pc:spChg chg="del">
          <ac:chgData name="Guest User" userId="" providerId="Windows Live" clId="Web-{8C870C89-31EC-18CB-E5D4-700725C23B35}" dt="2026-04-02T02:39:24.055" v="32"/>
          <ac:spMkLst>
            <pc:docMk/>
            <pc:sldMk cId="2552673485" sldId="273"/>
            <ac:spMk id="3" creationId="{2A42E664-AFC6-F511-CD4B-D937FD13AC45}"/>
          </ac:spMkLst>
        </pc:spChg>
        <pc:picChg chg="add mod ord">
          <ac:chgData name="Guest User" userId="" providerId="Windows Live" clId="Web-{8C870C89-31EC-18CB-E5D4-700725C23B35}" dt="2026-04-02T02:45:29.773" v="73" actId="1076"/>
          <ac:picMkLst>
            <pc:docMk/>
            <pc:sldMk cId="2552673485" sldId="273"/>
            <ac:picMk id="4" creationId="{00C50A40-AFDB-8C95-C36D-E730660DA7C1}"/>
          </ac:picMkLst>
        </pc:picChg>
      </pc:sldChg>
    </pc:docChg>
  </pc:docChgLst>
  <pc:docChgLst>
    <pc:chgData name="Guest User" providerId="Windows Live" clId="Web-{A289A35D-810C-0A03-CC06-4D8F017E0040}"/>
    <pc:docChg chg="modSld">
      <pc:chgData name="Guest User" userId="" providerId="Windows Live" clId="Web-{A289A35D-810C-0A03-CC06-4D8F017E0040}" dt="2026-04-02T13:40:56.760" v="11" actId="14100"/>
      <pc:docMkLst>
        <pc:docMk/>
      </pc:docMkLst>
      <pc:sldChg chg="addSp delSp modSp">
        <pc:chgData name="Guest User" userId="" providerId="Windows Live" clId="Web-{A289A35D-810C-0A03-CC06-4D8F017E0040}" dt="2026-04-02T13:40:40.400" v="7" actId="1076"/>
        <pc:sldMkLst>
          <pc:docMk/>
          <pc:sldMk cId="2169635094" sldId="293"/>
        </pc:sldMkLst>
        <pc:picChg chg="del">
          <ac:chgData name="Guest User" userId="" providerId="Windows Live" clId="Web-{A289A35D-810C-0A03-CC06-4D8F017E0040}" dt="2026-04-02T13:40:14.883" v="2"/>
          <ac:picMkLst>
            <pc:docMk/>
            <pc:sldMk cId="2169635094" sldId="293"/>
            <ac:picMk id="4" creationId="{5B11245E-DF18-8E40-7995-29043E1940C7}"/>
          </ac:picMkLst>
        </pc:picChg>
        <pc:picChg chg="del">
          <ac:chgData name="Guest User" userId="" providerId="Windows Live" clId="Web-{A289A35D-810C-0A03-CC06-4D8F017E0040}" dt="2026-04-02T13:40:15.226" v="3"/>
          <ac:picMkLst>
            <pc:docMk/>
            <pc:sldMk cId="2169635094" sldId="293"/>
            <ac:picMk id="6" creationId="{07EAB33A-8613-AE83-52B6-58B311203FAA}"/>
          </ac:picMkLst>
        </pc:picChg>
        <pc:picChg chg="add mod">
          <ac:chgData name="Guest User" userId="" providerId="Windows Live" clId="Web-{A289A35D-810C-0A03-CC06-4D8F017E0040}" dt="2026-04-02T13:40:28.602" v="5" actId="1076"/>
          <ac:picMkLst>
            <pc:docMk/>
            <pc:sldMk cId="2169635094" sldId="293"/>
            <ac:picMk id="8" creationId="{A37DA3DA-40F3-BD1B-396F-3F77304EF541}"/>
          </ac:picMkLst>
        </pc:picChg>
        <pc:picChg chg="add mod">
          <ac:chgData name="Guest User" userId="" providerId="Windows Live" clId="Web-{A289A35D-810C-0A03-CC06-4D8F017E0040}" dt="2026-04-02T13:40:40.400" v="7" actId="1076"/>
          <ac:picMkLst>
            <pc:docMk/>
            <pc:sldMk cId="2169635094" sldId="293"/>
            <ac:picMk id="9" creationId="{2A1E82E8-82F1-7C3F-9D47-299839A0A85D}"/>
          </ac:picMkLst>
        </pc:picChg>
      </pc:sldChg>
      <pc:sldChg chg="addSp delSp modSp">
        <pc:chgData name="Guest User" userId="" providerId="Windows Live" clId="Web-{A289A35D-810C-0A03-CC06-4D8F017E0040}" dt="2026-04-02T13:40:56.760" v="11" actId="14100"/>
        <pc:sldMkLst>
          <pc:docMk/>
          <pc:sldMk cId="853628029" sldId="294"/>
        </pc:sldMkLst>
        <pc:picChg chg="add mod">
          <ac:chgData name="Guest User" userId="" providerId="Windows Live" clId="Web-{A289A35D-810C-0A03-CC06-4D8F017E0040}" dt="2026-04-02T13:40:56.760" v="11" actId="14100"/>
          <ac:picMkLst>
            <pc:docMk/>
            <pc:sldMk cId="853628029" sldId="294"/>
            <ac:picMk id="4" creationId="{8CC5B30F-EAAF-76AD-6A00-45A2C84B3BED}"/>
          </ac:picMkLst>
        </pc:picChg>
        <pc:picChg chg="del">
          <ac:chgData name="Guest User" userId="" providerId="Windows Live" clId="Web-{A289A35D-810C-0A03-CC06-4D8F017E0040}" dt="2026-04-02T13:40:43.290" v="8"/>
          <ac:picMkLst>
            <pc:docMk/>
            <pc:sldMk cId="853628029" sldId="294"/>
            <ac:picMk id="6" creationId="{F2BEA19F-DB6E-93CA-1776-FB75C6A94520}"/>
          </ac:picMkLst>
        </pc:picChg>
      </pc:sldChg>
      <pc:sldChg chg="modSp">
        <pc:chgData name="Guest User" userId="" providerId="Windows Live" clId="Web-{A289A35D-810C-0A03-CC06-4D8F017E0040}" dt="2026-04-02T13:36:23.784" v="1" actId="14100"/>
        <pc:sldMkLst>
          <pc:docMk/>
          <pc:sldMk cId="2318058581" sldId="297"/>
        </pc:sldMkLst>
        <pc:picChg chg="mod">
          <ac:chgData name="Guest User" userId="" providerId="Windows Live" clId="Web-{A289A35D-810C-0A03-CC06-4D8F017E0040}" dt="2026-04-02T13:36:23.784" v="1" actId="14100"/>
          <ac:picMkLst>
            <pc:docMk/>
            <pc:sldMk cId="2318058581" sldId="297"/>
            <ac:picMk id="5" creationId="{91FAB097-761F-7325-CC89-864D47672DD1}"/>
          </ac:picMkLst>
        </pc:picChg>
      </pc:sldChg>
    </pc:docChg>
  </pc:docChgLst>
  <pc:docChgLst>
    <pc:chgData name="Guest User" providerId="Windows Live" clId="Web-{4BF4E459-DFC4-33F5-62B2-CE693A434889}"/>
    <pc:docChg chg="modSld">
      <pc:chgData name="Guest User" userId="" providerId="Windows Live" clId="Web-{4BF4E459-DFC4-33F5-62B2-CE693A434889}" dt="2026-04-02T15:14:56.324" v="3" actId="14100"/>
      <pc:docMkLst>
        <pc:docMk/>
      </pc:docMkLst>
      <pc:sldChg chg="modSp">
        <pc:chgData name="Guest User" userId="" providerId="Windows Live" clId="Web-{4BF4E459-DFC4-33F5-62B2-CE693A434889}" dt="2026-04-02T15:14:56.324" v="3" actId="14100"/>
        <pc:sldMkLst>
          <pc:docMk/>
          <pc:sldMk cId="3048636308" sldId="292"/>
        </pc:sldMkLst>
        <pc:picChg chg="mod modCrop">
          <ac:chgData name="Guest User" userId="" providerId="Windows Live" clId="Web-{4BF4E459-DFC4-33F5-62B2-CE693A434889}" dt="2026-04-02T15:14:56.324" v="3" actId="14100"/>
          <ac:picMkLst>
            <pc:docMk/>
            <pc:sldMk cId="3048636308" sldId="292"/>
            <ac:picMk id="7" creationId="{2831B7D1-2BD9-FB29-FC83-732E290214ED}"/>
          </ac:picMkLst>
        </pc:picChg>
      </pc:sldChg>
    </pc:docChg>
  </pc:docChgLst>
  <pc:docChgLst>
    <pc:chgData name="ellie landoch" userId="4aa5fccd772a899f" providerId="LiveId" clId="{9E5F4F78-D0C1-40C0-9520-8CDAB5AA6FD0}"/>
    <pc:docChg chg="undo custSel addSld delSld modSld">
      <pc:chgData name="ellie landoch" userId="4aa5fccd772a899f" providerId="LiveId" clId="{9E5F4F78-D0C1-40C0-9520-8CDAB5AA6FD0}" dt="2026-04-02T03:03:49.419" v="208" actId="255"/>
      <pc:docMkLst>
        <pc:docMk/>
      </pc:docMkLst>
      <pc:sldChg chg="modSp del mod">
        <pc:chgData name="ellie landoch" userId="4aa5fccd772a899f" providerId="LiveId" clId="{9E5F4F78-D0C1-40C0-9520-8CDAB5AA6FD0}" dt="2026-04-02T02:58:44.071" v="50" actId="2696"/>
        <pc:sldMkLst>
          <pc:docMk/>
          <pc:sldMk cId="1284189113" sldId="256"/>
        </pc:sldMkLst>
        <pc:spChg chg="mod">
          <ac:chgData name="ellie landoch" userId="4aa5fccd772a899f" providerId="LiveId" clId="{9E5F4F78-D0C1-40C0-9520-8CDAB5AA6FD0}" dt="2026-04-02T02:57:39.048" v="45"/>
          <ac:spMkLst>
            <pc:docMk/>
            <pc:sldMk cId="1284189113" sldId="256"/>
            <ac:spMk id="2" creationId="{3C73A9B2-0143-BA48-C017-7BDDA72CCDF8}"/>
          </ac:spMkLst>
        </pc:spChg>
        <pc:spChg chg="mod">
          <ac:chgData name="ellie landoch" userId="4aa5fccd772a899f" providerId="LiveId" clId="{9E5F4F78-D0C1-40C0-9520-8CDAB5AA6FD0}" dt="2026-04-02T02:57:39.142" v="46" actId="27636"/>
          <ac:spMkLst>
            <pc:docMk/>
            <pc:sldMk cId="1284189113" sldId="256"/>
            <ac:spMk id="3" creationId="{068A6EDB-DFE1-0805-E6D5-4FBCCAD20973}"/>
          </ac:spMkLst>
        </pc:spChg>
      </pc:sldChg>
      <pc:sldChg chg="modSp del">
        <pc:chgData name="ellie landoch" userId="4aa5fccd772a899f" providerId="LiveId" clId="{9E5F4F78-D0C1-40C0-9520-8CDAB5AA6FD0}" dt="2026-04-02T02:59:10.330" v="54" actId="47"/>
        <pc:sldMkLst>
          <pc:docMk/>
          <pc:sldMk cId="1224041874" sldId="257"/>
        </pc:sldMkLst>
        <pc:spChg chg="mod">
          <ac:chgData name="ellie landoch" userId="4aa5fccd772a899f" providerId="LiveId" clId="{9E5F4F78-D0C1-40C0-9520-8CDAB5AA6FD0}" dt="2026-04-02T02:57:39.048" v="45"/>
          <ac:spMkLst>
            <pc:docMk/>
            <pc:sldMk cId="1224041874" sldId="257"/>
            <ac:spMk id="2" creationId="{651950BA-21EA-D9CC-932B-B7CA1C157E1A}"/>
          </ac:spMkLst>
        </pc:spChg>
        <pc:spChg chg="mod">
          <ac:chgData name="ellie landoch" userId="4aa5fccd772a899f" providerId="LiveId" clId="{9E5F4F78-D0C1-40C0-9520-8CDAB5AA6FD0}" dt="2026-04-02T02:57:39.048" v="45"/>
          <ac:spMkLst>
            <pc:docMk/>
            <pc:sldMk cId="1224041874" sldId="257"/>
            <ac:spMk id="3" creationId="{AF4FB3FC-0C73-4A07-FBFB-7D1BB4283333}"/>
          </ac:spMkLst>
        </pc:spChg>
      </pc:sldChg>
      <pc:sldChg chg="modSp del mod">
        <pc:chgData name="ellie landoch" userId="4aa5fccd772a899f" providerId="LiveId" clId="{9E5F4F78-D0C1-40C0-9520-8CDAB5AA6FD0}" dt="2026-04-02T02:59:11.758" v="55" actId="47"/>
        <pc:sldMkLst>
          <pc:docMk/>
          <pc:sldMk cId="1699933671" sldId="258"/>
        </pc:sldMkLst>
        <pc:spChg chg="mod">
          <ac:chgData name="ellie landoch" userId="4aa5fccd772a899f" providerId="LiveId" clId="{9E5F4F78-D0C1-40C0-9520-8CDAB5AA6FD0}" dt="2026-04-02T02:57:39.048" v="45"/>
          <ac:spMkLst>
            <pc:docMk/>
            <pc:sldMk cId="1699933671" sldId="258"/>
            <ac:spMk id="2" creationId="{232C82FD-DCD3-68B8-F54A-D5D5AA967BBA}"/>
          </ac:spMkLst>
        </pc:spChg>
        <pc:spChg chg="mod">
          <ac:chgData name="ellie landoch" userId="4aa5fccd772a899f" providerId="LiveId" clId="{9E5F4F78-D0C1-40C0-9520-8CDAB5AA6FD0}" dt="2026-04-02T02:57:39.048" v="45"/>
          <ac:spMkLst>
            <pc:docMk/>
            <pc:sldMk cId="1699933671" sldId="258"/>
            <ac:spMk id="3" creationId="{2CE68EEA-D475-3A48-5B2F-6D6D70C22E08}"/>
          </ac:spMkLst>
        </pc:spChg>
        <pc:picChg chg="mod">
          <ac:chgData name="ellie landoch" userId="4aa5fccd772a899f" providerId="LiveId" clId="{9E5F4F78-D0C1-40C0-9520-8CDAB5AA6FD0}" dt="2026-04-02T02:39:51.168" v="0" actId="1036"/>
          <ac:picMkLst>
            <pc:docMk/>
            <pc:sldMk cId="1699933671" sldId="258"/>
            <ac:picMk id="7" creationId="{27882846-4A8A-73B4-2901-3BDD86147EF8}"/>
          </ac:picMkLst>
        </pc:picChg>
      </pc:sldChg>
      <pc:sldChg chg="modSp del mod">
        <pc:chgData name="ellie landoch" userId="4aa5fccd772a899f" providerId="LiveId" clId="{9E5F4F78-D0C1-40C0-9520-8CDAB5AA6FD0}" dt="2026-04-02T02:59:12.500" v="56" actId="47"/>
        <pc:sldMkLst>
          <pc:docMk/>
          <pc:sldMk cId="2170962446" sldId="259"/>
        </pc:sldMkLst>
        <pc:spChg chg="mod">
          <ac:chgData name="ellie landoch" userId="4aa5fccd772a899f" providerId="LiveId" clId="{9E5F4F78-D0C1-40C0-9520-8CDAB5AA6FD0}" dt="2026-04-02T02:57:39.048" v="45"/>
          <ac:spMkLst>
            <pc:docMk/>
            <pc:sldMk cId="2170962446" sldId="259"/>
            <ac:spMk id="2" creationId="{E37D0A35-5665-FA5C-94F5-2A3EBBD562D6}"/>
          </ac:spMkLst>
        </pc:spChg>
        <pc:spChg chg="mod">
          <ac:chgData name="ellie landoch" userId="4aa5fccd772a899f" providerId="LiveId" clId="{9E5F4F78-D0C1-40C0-9520-8CDAB5AA6FD0}" dt="2026-04-02T02:57:39.048" v="45"/>
          <ac:spMkLst>
            <pc:docMk/>
            <pc:sldMk cId="2170962446" sldId="259"/>
            <ac:spMk id="3" creationId="{B0BE9D89-A7CC-7475-67D2-C1A20C670921}"/>
          </ac:spMkLst>
        </pc:spChg>
        <pc:picChg chg="mod">
          <ac:chgData name="ellie landoch" userId="4aa5fccd772a899f" providerId="LiveId" clId="{9E5F4F78-D0C1-40C0-9520-8CDAB5AA6FD0}" dt="2026-04-02T02:40:20.256" v="8" actId="1035"/>
          <ac:picMkLst>
            <pc:docMk/>
            <pc:sldMk cId="2170962446" sldId="259"/>
            <ac:picMk id="5" creationId="{409A41F3-1906-92C4-9EAB-3BF3CAFDEDDD}"/>
          </ac:picMkLst>
        </pc:picChg>
      </pc:sldChg>
      <pc:sldChg chg="modSp del mod">
        <pc:chgData name="ellie landoch" userId="4aa5fccd772a899f" providerId="LiveId" clId="{9E5F4F78-D0C1-40C0-9520-8CDAB5AA6FD0}" dt="2026-04-02T02:59:13.038" v="57" actId="47"/>
        <pc:sldMkLst>
          <pc:docMk/>
          <pc:sldMk cId="3097254226" sldId="260"/>
        </pc:sldMkLst>
        <pc:spChg chg="mod">
          <ac:chgData name="ellie landoch" userId="4aa5fccd772a899f" providerId="LiveId" clId="{9E5F4F78-D0C1-40C0-9520-8CDAB5AA6FD0}" dt="2026-04-02T02:57:39.048" v="45"/>
          <ac:spMkLst>
            <pc:docMk/>
            <pc:sldMk cId="3097254226" sldId="260"/>
            <ac:spMk id="2" creationId="{D8DE6BD3-B18E-7221-F1E2-C61FE31ECB18}"/>
          </ac:spMkLst>
        </pc:spChg>
        <pc:spChg chg="mod">
          <ac:chgData name="ellie landoch" userId="4aa5fccd772a899f" providerId="LiveId" clId="{9E5F4F78-D0C1-40C0-9520-8CDAB5AA6FD0}" dt="2026-04-02T02:57:39.048" v="45"/>
          <ac:spMkLst>
            <pc:docMk/>
            <pc:sldMk cId="3097254226" sldId="260"/>
            <ac:spMk id="3" creationId="{788081F2-3083-338D-AD52-5B1948D5133E}"/>
          </ac:spMkLst>
        </pc:spChg>
        <pc:picChg chg="mod">
          <ac:chgData name="ellie landoch" userId="4aa5fccd772a899f" providerId="LiveId" clId="{9E5F4F78-D0C1-40C0-9520-8CDAB5AA6FD0}" dt="2026-04-02T02:41:24.404" v="10" actId="1038"/>
          <ac:picMkLst>
            <pc:docMk/>
            <pc:sldMk cId="3097254226" sldId="260"/>
            <ac:picMk id="5" creationId="{C2FE6C4A-784C-2BDB-879B-B853A969C09C}"/>
          </ac:picMkLst>
        </pc:picChg>
        <pc:picChg chg="mod">
          <ac:chgData name="ellie landoch" userId="4aa5fccd772a899f" providerId="LiveId" clId="{9E5F4F78-D0C1-40C0-9520-8CDAB5AA6FD0}" dt="2026-04-02T02:41:27.154" v="30" actId="1038"/>
          <ac:picMkLst>
            <pc:docMk/>
            <pc:sldMk cId="3097254226" sldId="260"/>
            <ac:picMk id="7" creationId="{577D40CC-1D80-C04B-C06B-B9DB35ABC52C}"/>
          </ac:picMkLst>
        </pc:picChg>
      </pc:sldChg>
      <pc:sldChg chg="modSp del">
        <pc:chgData name="ellie landoch" userId="4aa5fccd772a899f" providerId="LiveId" clId="{9E5F4F78-D0C1-40C0-9520-8CDAB5AA6FD0}" dt="2026-04-02T02:59:13.793" v="58" actId="47"/>
        <pc:sldMkLst>
          <pc:docMk/>
          <pc:sldMk cId="2950839171" sldId="261"/>
        </pc:sldMkLst>
        <pc:spChg chg="mod">
          <ac:chgData name="ellie landoch" userId="4aa5fccd772a899f" providerId="LiveId" clId="{9E5F4F78-D0C1-40C0-9520-8CDAB5AA6FD0}" dt="2026-04-02T02:57:39.048" v="45"/>
          <ac:spMkLst>
            <pc:docMk/>
            <pc:sldMk cId="2950839171" sldId="261"/>
            <ac:spMk id="2" creationId="{890155EC-B1EA-72FD-8EC4-B14FE975CF2C}"/>
          </ac:spMkLst>
        </pc:spChg>
        <pc:spChg chg="mod">
          <ac:chgData name="ellie landoch" userId="4aa5fccd772a899f" providerId="LiveId" clId="{9E5F4F78-D0C1-40C0-9520-8CDAB5AA6FD0}" dt="2026-04-02T02:57:39.048" v="45"/>
          <ac:spMkLst>
            <pc:docMk/>
            <pc:sldMk cId="2950839171" sldId="261"/>
            <ac:spMk id="3" creationId="{1527F6D6-97C1-E8A2-807E-EADC4DC584BE}"/>
          </ac:spMkLst>
        </pc:spChg>
      </pc:sldChg>
      <pc:sldChg chg="modSp del">
        <pc:chgData name="ellie landoch" userId="4aa5fccd772a899f" providerId="LiveId" clId="{9E5F4F78-D0C1-40C0-9520-8CDAB5AA6FD0}" dt="2026-04-02T02:59:14.521" v="59" actId="47"/>
        <pc:sldMkLst>
          <pc:docMk/>
          <pc:sldMk cId="4150018825" sldId="262"/>
        </pc:sldMkLst>
        <pc:spChg chg="mod">
          <ac:chgData name="ellie landoch" userId="4aa5fccd772a899f" providerId="LiveId" clId="{9E5F4F78-D0C1-40C0-9520-8CDAB5AA6FD0}" dt="2026-04-02T02:57:39.048" v="45"/>
          <ac:spMkLst>
            <pc:docMk/>
            <pc:sldMk cId="4150018825" sldId="262"/>
            <ac:spMk id="2" creationId="{D5EC261A-ED15-4D5F-E668-D918FD51196D}"/>
          </ac:spMkLst>
        </pc:spChg>
        <pc:spChg chg="mod">
          <ac:chgData name="ellie landoch" userId="4aa5fccd772a899f" providerId="LiveId" clId="{9E5F4F78-D0C1-40C0-9520-8CDAB5AA6FD0}" dt="2026-04-02T02:57:39.048" v="45"/>
          <ac:spMkLst>
            <pc:docMk/>
            <pc:sldMk cId="4150018825" sldId="262"/>
            <ac:spMk id="3" creationId="{333F14F4-7734-AFA9-F454-561B713EC471}"/>
          </ac:spMkLst>
        </pc:spChg>
      </pc:sldChg>
      <pc:sldChg chg="modSp del">
        <pc:chgData name="ellie landoch" userId="4aa5fccd772a899f" providerId="LiveId" clId="{9E5F4F78-D0C1-40C0-9520-8CDAB5AA6FD0}" dt="2026-04-02T02:59:15.071" v="60" actId="47"/>
        <pc:sldMkLst>
          <pc:docMk/>
          <pc:sldMk cId="1250915501" sldId="263"/>
        </pc:sldMkLst>
        <pc:spChg chg="mod">
          <ac:chgData name="ellie landoch" userId="4aa5fccd772a899f" providerId="LiveId" clId="{9E5F4F78-D0C1-40C0-9520-8CDAB5AA6FD0}" dt="2026-04-02T02:57:39.048" v="45"/>
          <ac:spMkLst>
            <pc:docMk/>
            <pc:sldMk cId="1250915501" sldId="263"/>
            <ac:spMk id="2" creationId="{71A110FC-06B0-99F9-E818-5C4024BE1CA8}"/>
          </ac:spMkLst>
        </pc:spChg>
        <pc:spChg chg="mod">
          <ac:chgData name="ellie landoch" userId="4aa5fccd772a899f" providerId="LiveId" clId="{9E5F4F78-D0C1-40C0-9520-8CDAB5AA6FD0}" dt="2026-04-02T02:57:39.048" v="45"/>
          <ac:spMkLst>
            <pc:docMk/>
            <pc:sldMk cId="1250915501" sldId="263"/>
            <ac:spMk id="3" creationId="{B61F577C-37D2-7091-A412-2278E5279D4F}"/>
          </ac:spMkLst>
        </pc:spChg>
      </pc:sldChg>
      <pc:sldChg chg="modSp del mod">
        <pc:chgData name="ellie landoch" userId="4aa5fccd772a899f" providerId="LiveId" clId="{9E5F4F78-D0C1-40C0-9520-8CDAB5AA6FD0}" dt="2026-04-02T02:59:05.965" v="53" actId="47"/>
        <pc:sldMkLst>
          <pc:docMk/>
          <pc:sldMk cId="3166691843" sldId="264"/>
        </pc:sldMkLst>
        <pc:spChg chg="mod">
          <ac:chgData name="ellie landoch" userId="4aa5fccd772a899f" providerId="LiveId" clId="{9E5F4F78-D0C1-40C0-9520-8CDAB5AA6FD0}" dt="2026-04-02T02:57:39.048" v="45"/>
          <ac:spMkLst>
            <pc:docMk/>
            <pc:sldMk cId="3166691843" sldId="264"/>
            <ac:spMk id="2" creationId="{BCD43D4C-CC87-EC07-D301-4D452F51778B}"/>
          </ac:spMkLst>
        </pc:spChg>
        <pc:spChg chg="mod">
          <ac:chgData name="ellie landoch" userId="4aa5fccd772a899f" providerId="LiveId" clId="{9E5F4F78-D0C1-40C0-9520-8CDAB5AA6FD0}" dt="2026-04-02T02:57:39.048" v="45"/>
          <ac:spMkLst>
            <pc:docMk/>
            <pc:sldMk cId="3166691843" sldId="264"/>
            <ac:spMk id="3" creationId="{DBC40F5B-86E8-181B-F138-76A1E5D182B3}"/>
          </ac:spMkLst>
        </pc:spChg>
        <pc:picChg chg="mod">
          <ac:chgData name="ellie landoch" userId="4aa5fccd772a899f" providerId="LiveId" clId="{9E5F4F78-D0C1-40C0-9520-8CDAB5AA6FD0}" dt="2026-04-02T02:41:45.060" v="31" actId="14100"/>
          <ac:picMkLst>
            <pc:docMk/>
            <pc:sldMk cId="3166691843" sldId="264"/>
            <ac:picMk id="5" creationId="{73A81896-0EEE-1F75-F42F-68BC91CF4CD4}"/>
          </ac:picMkLst>
        </pc:picChg>
        <pc:picChg chg="mod">
          <ac:chgData name="ellie landoch" userId="4aa5fccd772a899f" providerId="LiveId" clId="{9E5F4F78-D0C1-40C0-9520-8CDAB5AA6FD0}" dt="2026-04-02T02:41:49.678" v="38" actId="1035"/>
          <ac:picMkLst>
            <pc:docMk/>
            <pc:sldMk cId="3166691843" sldId="264"/>
            <ac:picMk id="7" creationId="{4FFBA149-B750-944E-9026-9A038A227572}"/>
          </ac:picMkLst>
        </pc:picChg>
      </pc:sldChg>
      <pc:sldChg chg="modSp del">
        <pc:chgData name="ellie landoch" userId="4aa5fccd772a899f" providerId="LiveId" clId="{9E5F4F78-D0C1-40C0-9520-8CDAB5AA6FD0}" dt="2026-04-02T02:59:04.391" v="52" actId="47"/>
        <pc:sldMkLst>
          <pc:docMk/>
          <pc:sldMk cId="2580453032" sldId="265"/>
        </pc:sldMkLst>
        <pc:spChg chg="mod">
          <ac:chgData name="ellie landoch" userId="4aa5fccd772a899f" providerId="LiveId" clId="{9E5F4F78-D0C1-40C0-9520-8CDAB5AA6FD0}" dt="2026-04-02T02:57:39.048" v="45"/>
          <ac:spMkLst>
            <pc:docMk/>
            <pc:sldMk cId="2580453032" sldId="265"/>
            <ac:spMk id="2" creationId="{0C0382D1-6ADC-74CA-1D6C-F79F78C2CCF5}"/>
          </ac:spMkLst>
        </pc:spChg>
        <pc:spChg chg="mod">
          <ac:chgData name="ellie landoch" userId="4aa5fccd772a899f" providerId="LiveId" clId="{9E5F4F78-D0C1-40C0-9520-8CDAB5AA6FD0}" dt="2026-04-02T02:57:39.048" v="45"/>
          <ac:spMkLst>
            <pc:docMk/>
            <pc:sldMk cId="2580453032" sldId="265"/>
            <ac:spMk id="3" creationId="{14A61D7F-DB9D-BC13-C4E8-164D91CD2FE9}"/>
          </ac:spMkLst>
        </pc:spChg>
      </pc:sldChg>
      <pc:sldChg chg="modSp del">
        <pc:chgData name="ellie landoch" userId="4aa5fccd772a899f" providerId="LiveId" clId="{9E5F4F78-D0C1-40C0-9520-8CDAB5AA6FD0}" dt="2026-04-02T02:59:03.261" v="51" actId="47"/>
        <pc:sldMkLst>
          <pc:docMk/>
          <pc:sldMk cId="3683112459" sldId="266"/>
        </pc:sldMkLst>
        <pc:spChg chg="mod">
          <ac:chgData name="ellie landoch" userId="4aa5fccd772a899f" providerId="LiveId" clId="{9E5F4F78-D0C1-40C0-9520-8CDAB5AA6FD0}" dt="2026-04-02T02:57:39.048" v="45"/>
          <ac:spMkLst>
            <pc:docMk/>
            <pc:sldMk cId="3683112459" sldId="266"/>
            <ac:spMk id="2" creationId="{356CBAA8-81EB-4447-4A59-3366CF6FE91E}"/>
          </ac:spMkLst>
        </pc:spChg>
        <pc:spChg chg="mod">
          <ac:chgData name="ellie landoch" userId="4aa5fccd772a899f" providerId="LiveId" clId="{9E5F4F78-D0C1-40C0-9520-8CDAB5AA6FD0}" dt="2026-04-02T02:57:39.048" v="45"/>
          <ac:spMkLst>
            <pc:docMk/>
            <pc:sldMk cId="3683112459" sldId="266"/>
            <ac:spMk id="3" creationId="{869A058F-91DD-F60D-A058-D7D9FDF70A3F}"/>
          </ac:spMkLst>
        </pc:spChg>
      </pc:sldChg>
      <pc:sldChg chg="del">
        <pc:chgData name="ellie landoch" userId="4aa5fccd772a899f" providerId="LiveId" clId="{9E5F4F78-D0C1-40C0-9520-8CDAB5AA6FD0}" dt="2026-04-02T03:00:40.471" v="87" actId="47"/>
        <pc:sldMkLst>
          <pc:docMk/>
          <pc:sldMk cId="516749916" sldId="267"/>
        </pc:sldMkLst>
      </pc:sldChg>
      <pc:sldChg chg="del">
        <pc:chgData name="ellie landoch" userId="4aa5fccd772a899f" providerId="LiveId" clId="{9E5F4F78-D0C1-40C0-9520-8CDAB5AA6FD0}" dt="2026-04-02T03:00:51.921" v="102" actId="47"/>
        <pc:sldMkLst>
          <pc:docMk/>
          <pc:sldMk cId="2998660257" sldId="268"/>
        </pc:sldMkLst>
      </pc:sldChg>
      <pc:sldChg chg="del">
        <pc:chgData name="ellie landoch" userId="4aa5fccd772a899f" providerId="LiveId" clId="{9E5F4F78-D0C1-40C0-9520-8CDAB5AA6FD0}" dt="2026-04-02T03:01:03.141" v="121" actId="47"/>
        <pc:sldMkLst>
          <pc:docMk/>
          <pc:sldMk cId="3977496480" sldId="269"/>
        </pc:sldMkLst>
      </pc:sldChg>
      <pc:sldChg chg="del">
        <pc:chgData name="ellie landoch" userId="4aa5fccd772a899f" providerId="LiveId" clId="{9E5F4F78-D0C1-40C0-9520-8CDAB5AA6FD0}" dt="2026-04-02T03:01:19.280" v="137" actId="47"/>
        <pc:sldMkLst>
          <pc:docMk/>
          <pc:sldMk cId="3115027432" sldId="270"/>
        </pc:sldMkLst>
      </pc:sldChg>
      <pc:sldChg chg="del">
        <pc:chgData name="ellie landoch" userId="4aa5fccd772a899f" providerId="LiveId" clId="{9E5F4F78-D0C1-40C0-9520-8CDAB5AA6FD0}" dt="2026-04-02T03:01:31.702" v="157" actId="47"/>
        <pc:sldMkLst>
          <pc:docMk/>
          <pc:sldMk cId="4120375469" sldId="271"/>
        </pc:sldMkLst>
      </pc:sldChg>
      <pc:sldChg chg="del">
        <pc:chgData name="ellie landoch" userId="4aa5fccd772a899f" providerId="LiveId" clId="{9E5F4F78-D0C1-40C0-9520-8CDAB5AA6FD0}" dt="2026-04-02T03:01:48.049" v="178" actId="47"/>
        <pc:sldMkLst>
          <pc:docMk/>
          <pc:sldMk cId="325588817" sldId="272"/>
        </pc:sldMkLst>
      </pc:sldChg>
      <pc:sldChg chg="modSp mod">
        <pc:chgData name="ellie landoch" userId="4aa5fccd772a899f" providerId="LiveId" clId="{9E5F4F78-D0C1-40C0-9520-8CDAB5AA6FD0}" dt="2026-04-02T03:02:15.376" v="198" actId="1036"/>
        <pc:sldMkLst>
          <pc:docMk/>
          <pc:sldMk cId="2552673485" sldId="273"/>
        </pc:sldMkLst>
        <pc:spChg chg="mod">
          <ac:chgData name="ellie landoch" userId="4aa5fccd772a899f" providerId="LiveId" clId="{9E5F4F78-D0C1-40C0-9520-8CDAB5AA6FD0}" dt="2026-04-02T03:02:11.293" v="180" actId="255"/>
          <ac:spMkLst>
            <pc:docMk/>
            <pc:sldMk cId="2552673485" sldId="273"/>
            <ac:spMk id="2" creationId="{5BCFDCCE-36BD-FF7A-F45F-24100B5A623F}"/>
          </ac:spMkLst>
        </pc:spChg>
        <pc:picChg chg="mod">
          <ac:chgData name="ellie landoch" userId="4aa5fccd772a899f" providerId="LiveId" clId="{9E5F4F78-D0C1-40C0-9520-8CDAB5AA6FD0}" dt="2026-04-02T03:02:15.376" v="198" actId="1036"/>
          <ac:picMkLst>
            <pc:docMk/>
            <pc:sldMk cId="2552673485" sldId="273"/>
            <ac:picMk id="4" creationId="{00C50A40-AFDB-8C95-C36D-E730660DA7C1}"/>
          </ac:picMkLst>
        </pc:picChg>
      </pc:sldChg>
      <pc:sldChg chg="add del">
        <pc:chgData name="ellie landoch" userId="4aa5fccd772a899f" providerId="LiveId" clId="{9E5F4F78-D0C1-40C0-9520-8CDAB5AA6FD0}" dt="2026-04-02T02:58:08.889" v="48"/>
        <pc:sldMkLst>
          <pc:docMk/>
          <pc:sldMk cId="1600171520" sldId="274"/>
        </pc:sldMkLst>
      </pc:sldChg>
      <pc:sldChg chg="add del">
        <pc:chgData name="ellie landoch" userId="4aa5fccd772a899f" providerId="LiveId" clId="{9E5F4F78-D0C1-40C0-9520-8CDAB5AA6FD0}" dt="2026-04-02T02:57:19.827" v="44" actId="2696"/>
        <pc:sldMkLst>
          <pc:docMk/>
          <pc:sldMk cId="3009367372" sldId="274"/>
        </pc:sldMkLst>
      </pc:sldChg>
      <pc:sldChg chg="add">
        <pc:chgData name="ellie landoch" userId="4aa5fccd772a899f" providerId="LiveId" clId="{9E5F4F78-D0C1-40C0-9520-8CDAB5AA6FD0}" dt="2026-04-02T02:58:34.964" v="49"/>
        <pc:sldMkLst>
          <pc:docMk/>
          <pc:sldMk cId="4046458648" sldId="274"/>
        </pc:sldMkLst>
      </pc:sldChg>
      <pc:sldChg chg="modSp add mod">
        <pc:chgData name="ellie landoch" userId="4aa5fccd772a899f" providerId="LiveId" clId="{9E5F4F78-D0C1-40C0-9520-8CDAB5AA6FD0}" dt="2026-04-02T03:02:58" v="200" actId="255"/>
        <pc:sldMkLst>
          <pc:docMk/>
          <pc:sldMk cId="1409168723" sldId="275"/>
        </pc:sldMkLst>
        <pc:spChg chg="mod">
          <ac:chgData name="ellie landoch" userId="4aa5fccd772a899f" providerId="LiveId" clId="{9E5F4F78-D0C1-40C0-9520-8CDAB5AA6FD0}" dt="2026-04-02T03:02:58" v="200" actId="255"/>
          <ac:spMkLst>
            <pc:docMk/>
            <pc:sldMk cId="1409168723" sldId="275"/>
            <ac:spMk id="2" creationId="{651950BA-21EA-D9CC-932B-B7CA1C157E1A}"/>
          </ac:spMkLst>
        </pc:spChg>
      </pc:sldChg>
      <pc:sldChg chg="modSp add mod">
        <pc:chgData name="ellie landoch" userId="4aa5fccd772a899f" providerId="LiveId" clId="{9E5F4F78-D0C1-40C0-9520-8CDAB5AA6FD0}" dt="2026-04-02T03:02:51.542" v="199" actId="255"/>
        <pc:sldMkLst>
          <pc:docMk/>
          <pc:sldMk cId="1533591564" sldId="276"/>
        </pc:sldMkLst>
        <pc:spChg chg="mod">
          <ac:chgData name="ellie landoch" userId="4aa5fccd772a899f" providerId="LiveId" clId="{9E5F4F78-D0C1-40C0-9520-8CDAB5AA6FD0}" dt="2026-04-02T03:02:51.542" v="199" actId="255"/>
          <ac:spMkLst>
            <pc:docMk/>
            <pc:sldMk cId="1533591564" sldId="276"/>
            <ac:spMk id="2" creationId="{232C82FD-DCD3-68B8-F54A-D5D5AA967BBA}"/>
          </ac:spMkLst>
        </pc:spChg>
      </pc:sldChg>
      <pc:sldChg chg="modSp add mod">
        <pc:chgData name="ellie landoch" userId="4aa5fccd772a899f" providerId="LiveId" clId="{9E5F4F78-D0C1-40C0-9520-8CDAB5AA6FD0}" dt="2026-04-02T03:03:07.028" v="201" actId="255"/>
        <pc:sldMkLst>
          <pc:docMk/>
          <pc:sldMk cId="384051023" sldId="277"/>
        </pc:sldMkLst>
        <pc:spChg chg="mod">
          <ac:chgData name="ellie landoch" userId="4aa5fccd772a899f" providerId="LiveId" clId="{9E5F4F78-D0C1-40C0-9520-8CDAB5AA6FD0}" dt="2026-04-02T03:03:07.028" v="201" actId="255"/>
          <ac:spMkLst>
            <pc:docMk/>
            <pc:sldMk cId="384051023" sldId="277"/>
            <ac:spMk id="2" creationId="{E37D0A35-5665-FA5C-94F5-2A3EBBD562D6}"/>
          </ac:spMkLst>
        </pc:spChg>
      </pc:sldChg>
      <pc:sldChg chg="modSp add mod">
        <pc:chgData name="ellie landoch" userId="4aa5fccd772a899f" providerId="LiveId" clId="{9E5F4F78-D0C1-40C0-9520-8CDAB5AA6FD0}" dt="2026-04-02T03:03:11.969" v="202" actId="255"/>
        <pc:sldMkLst>
          <pc:docMk/>
          <pc:sldMk cId="1926237933" sldId="278"/>
        </pc:sldMkLst>
        <pc:spChg chg="mod">
          <ac:chgData name="ellie landoch" userId="4aa5fccd772a899f" providerId="LiveId" clId="{9E5F4F78-D0C1-40C0-9520-8CDAB5AA6FD0}" dt="2026-04-02T03:03:11.969" v="202" actId="255"/>
          <ac:spMkLst>
            <pc:docMk/>
            <pc:sldMk cId="1926237933" sldId="278"/>
            <ac:spMk id="2" creationId="{D8DE6BD3-B18E-7221-F1E2-C61FE31ECB18}"/>
          </ac:spMkLst>
        </pc:spChg>
      </pc:sldChg>
      <pc:sldChg chg="modSp add mod">
        <pc:chgData name="ellie landoch" userId="4aa5fccd772a899f" providerId="LiveId" clId="{9E5F4F78-D0C1-40C0-9520-8CDAB5AA6FD0}" dt="2026-04-02T03:03:18.222" v="203" actId="255"/>
        <pc:sldMkLst>
          <pc:docMk/>
          <pc:sldMk cId="1352496334" sldId="279"/>
        </pc:sldMkLst>
        <pc:spChg chg="mod">
          <ac:chgData name="ellie landoch" userId="4aa5fccd772a899f" providerId="LiveId" clId="{9E5F4F78-D0C1-40C0-9520-8CDAB5AA6FD0}" dt="2026-04-02T03:03:18.222" v="203" actId="255"/>
          <ac:spMkLst>
            <pc:docMk/>
            <pc:sldMk cId="1352496334" sldId="279"/>
            <ac:spMk id="2" creationId="{890155EC-B1EA-72FD-8EC4-B14FE975CF2C}"/>
          </ac:spMkLst>
        </pc:spChg>
      </pc:sldChg>
      <pc:sldChg chg="modSp add mod">
        <pc:chgData name="ellie landoch" userId="4aa5fccd772a899f" providerId="LiveId" clId="{9E5F4F78-D0C1-40C0-9520-8CDAB5AA6FD0}" dt="2026-04-02T03:03:24.865" v="204" actId="255"/>
        <pc:sldMkLst>
          <pc:docMk/>
          <pc:sldMk cId="2520008733" sldId="280"/>
        </pc:sldMkLst>
        <pc:spChg chg="mod">
          <ac:chgData name="ellie landoch" userId="4aa5fccd772a899f" providerId="LiveId" clId="{9E5F4F78-D0C1-40C0-9520-8CDAB5AA6FD0}" dt="2026-04-02T03:03:24.865" v="204" actId="255"/>
          <ac:spMkLst>
            <pc:docMk/>
            <pc:sldMk cId="2520008733" sldId="280"/>
            <ac:spMk id="2" creationId="{D5EC261A-ED15-4D5F-E668-D918FD51196D}"/>
          </ac:spMkLst>
        </pc:spChg>
      </pc:sldChg>
      <pc:sldChg chg="modSp add mod">
        <pc:chgData name="ellie landoch" userId="4aa5fccd772a899f" providerId="LiveId" clId="{9E5F4F78-D0C1-40C0-9520-8CDAB5AA6FD0}" dt="2026-04-02T03:03:31.237" v="205" actId="255"/>
        <pc:sldMkLst>
          <pc:docMk/>
          <pc:sldMk cId="2952989177" sldId="281"/>
        </pc:sldMkLst>
        <pc:spChg chg="mod">
          <ac:chgData name="ellie landoch" userId="4aa5fccd772a899f" providerId="LiveId" clId="{9E5F4F78-D0C1-40C0-9520-8CDAB5AA6FD0}" dt="2026-04-02T03:03:31.237" v="205" actId="255"/>
          <ac:spMkLst>
            <pc:docMk/>
            <pc:sldMk cId="2952989177" sldId="281"/>
            <ac:spMk id="2" creationId="{71A110FC-06B0-99F9-E818-5C4024BE1CA8}"/>
          </ac:spMkLst>
        </pc:spChg>
      </pc:sldChg>
      <pc:sldChg chg="modSp add mod">
        <pc:chgData name="ellie landoch" userId="4aa5fccd772a899f" providerId="LiveId" clId="{9E5F4F78-D0C1-40C0-9520-8CDAB5AA6FD0}" dt="2026-04-02T03:03:37.956" v="206" actId="255"/>
        <pc:sldMkLst>
          <pc:docMk/>
          <pc:sldMk cId="1119403835" sldId="282"/>
        </pc:sldMkLst>
        <pc:spChg chg="mod">
          <ac:chgData name="ellie landoch" userId="4aa5fccd772a899f" providerId="LiveId" clId="{9E5F4F78-D0C1-40C0-9520-8CDAB5AA6FD0}" dt="2026-04-02T03:03:37.956" v="206" actId="255"/>
          <ac:spMkLst>
            <pc:docMk/>
            <pc:sldMk cId="1119403835" sldId="282"/>
            <ac:spMk id="2" creationId="{BCD43D4C-CC87-EC07-D301-4D452F51778B}"/>
          </ac:spMkLst>
        </pc:spChg>
      </pc:sldChg>
      <pc:sldChg chg="modSp add mod">
        <pc:chgData name="ellie landoch" userId="4aa5fccd772a899f" providerId="LiveId" clId="{9E5F4F78-D0C1-40C0-9520-8CDAB5AA6FD0}" dt="2026-04-02T03:03:43.282" v="207" actId="255"/>
        <pc:sldMkLst>
          <pc:docMk/>
          <pc:sldMk cId="4113618892" sldId="283"/>
        </pc:sldMkLst>
        <pc:spChg chg="mod">
          <ac:chgData name="ellie landoch" userId="4aa5fccd772a899f" providerId="LiveId" clId="{9E5F4F78-D0C1-40C0-9520-8CDAB5AA6FD0}" dt="2026-04-02T03:03:43.282" v="207" actId="255"/>
          <ac:spMkLst>
            <pc:docMk/>
            <pc:sldMk cId="4113618892" sldId="283"/>
            <ac:spMk id="2" creationId="{0C0382D1-6ADC-74CA-1D6C-F79F78C2CCF5}"/>
          </ac:spMkLst>
        </pc:spChg>
      </pc:sldChg>
      <pc:sldChg chg="modSp add mod">
        <pc:chgData name="ellie landoch" userId="4aa5fccd772a899f" providerId="LiveId" clId="{9E5F4F78-D0C1-40C0-9520-8CDAB5AA6FD0}" dt="2026-04-02T03:03:49.419" v="208" actId="255"/>
        <pc:sldMkLst>
          <pc:docMk/>
          <pc:sldMk cId="1168951622" sldId="284"/>
        </pc:sldMkLst>
        <pc:spChg chg="mod">
          <ac:chgData name="ellie landoch" userId="4aa5fccd772a899f" providerId="LiveId" clId="{9E5F4F78-D0C1-40C0-9520-8CDAB5AA6FD0}" dt="2026-04-02T03:03:49.419" v="208" actId="255"/>
          <ac:spMkLst>
            <pc:docMk/>
            <pc:sldMk cId="1168951622" sldId="284"/>
            <ac:spMk id="2" creationId="{356CBAA8-81EB-4447-4A59-3366CF6FE91E}"/>
          </ac:spMkLst>
        </pc:spChg>
      </pc:sldChg>
      <pc:sldChg chg="addSp modSp new mod">
        <pc:chgData name="ellie landoch" userId="4aa5fccd772a899f" providerId="LiveId" clId="{9E5F4F78-D0C1-40C0-9520-8CDAB5AA6FD0}" dt="2026-04-02T03:00:31.754" v="86" actId="1036"/>
        <pc:sldMkLst>
          <pc:docMk/>
          <pc:sldMk cId="3833628316" sldId="285"/>
        </pc:sldMkLst>
        <pc:picChg chg="add mod">
          <ac:chgData name="ellie landoch" userId="4aa5fccd772a899f" providerId="LiveId" clId="{9E5F4F78-D0C1-40C0-9520-8CDAB5AA6FD0}" dt="2026-04-02T03:00:31.754" v="86" actId="1036"/>
          <ac:picMkLst>
            <pc:docMk/>
            <pc:sldMk cId="3833628316" sldId="285"/>
            <ac:picMk id="2" creationId="{9CE71831-0A2D-FB6B-7453-0634AC010A84}"/>
          </ac:picMkLst>
        </pc:picChg>
      </pc:sldChg>
      <pc:sldChg chg="addSp modSp new mod">
        <pc:chgData name="ellie landoch" userId="4aa5fccd772a899f" providerId="LiveId" clId="{9E5F4F78-D0C1-40C0-9520-8CDAB5AA6FD0}" dt="2026-04-02T03:00:48.578" v="101" actId="1035"/>
        <pc:sldMkLst>
          <pc:docMk/>
          <pc:sldMk cId="3833856055" sldId="286"/>
        </pc:sldMkLst>
        <pc:picChg chg="add mod">
          <ac:chgData name="ellie landoch" userId="4aa5fccd772a899f" providerId="LiveId" clId="{9E5F4F78-D0C1-40C0-9520-8CDAB5AA6FD0}" dt="2026-04-02T03:00:48.578" v="101" actId="1035"/>
          <ac:picMkLst>
            <pc:docMk/>
            <pc:sldMk cId="3833856055" sldId="286"/>
            <ac:picMk id="2" creationId="{F97F2317-9D39-115B-0C41-03D06C898338}"/>
          </ac:picMkLst>
        </pc:picChg>
      </pc:sldChg>
      <pc:sldChg chg="addSp modSp new mod">
        <pc:chgData name="ellie landoch" userId="4aa5fccd772a899f" providerId="LiveId" clId="{9E5F4F78-D0C1-40C0-9520-8CDAB5AA6FD0}" dt="2026-04-02T03:01:00.398" v="120" actId="1036"/>
        <pc:sldMkLst>
          <pc:docMk/>
          <pc:sldMk cId="2124826837" sldId="287"/>
        </pc:sldMkLst>
        <pc:picChg chg="add mod">
          <ac:chgData name="ellie landoch" userId="4aa5fccd772a899f" providerId="LiveId" clId="{9E5F4F78-D0C1-40C0-9520-8CDAB5AA6FD0}" dt="2026-04-02T03:01:00.398" v="120" actId="1036"/>
          <ac:picMkLst>
            <pc:docMk/>
            <pc:sldMk cId="2124826837" sldId="287"/>
            <ac:picMk id="2" creationId="{32F8F6D2-49A1-377B-63B2-2CEB57724222}"/>
          </ac:picMkLst>
        </pc:picChg>
      </pc:sldChg>
      <pc:sldChg chg="addSp modSp new mod">
        <pc:chgData name="ellie landoch" userId="4aa5fccd772a899f" providerId="LiveId" clId="{9E5F4F78-D0C1-40C0-9520-8CDAB5AA6FD0}" dt="2026-04-02T03:01:13.337" v="136" actId="1036"/>
        <pc:sldMkLst>
          <pc:docMk/>
          <pc:sldMk cId="4255849660" sldId="288"/>
        </pc:sldMkLst>
        <pc:picChg chg="add mod">
          <ac:chgData name="ellie landoch" userId="4aa5fccd772a899f" providerId="LiveId" clId="{9E5F4F78-D0C1-40C0-9520-8CDAB5AA6FD0}" dt="2026-04-02T03:01:13.337" v="136" actId="1036"/>
          <ac:picMkLst>
            <pc:docMk/>
            <pc:sldMk cId="4255849660" sldId="288"/>
            <ac:picMk id="2" creationId="{C5EFEEA9-5EF2-16EC-9E08-F2B39D846CE4}"/>
          </ac:picMkLst>
        </pc:picChg>
      </pc:sldChg>
      <pc:sldChg chg="addSp modSp new mod">
        <pc:chgData name="ellie landoch" userId="4aa5fccd772a899f" providerId="LiveId" clId="{9E5F4F78-D0C1-40C0-9520-8CDAB5AA6FD0}" dt="2026-04-02T03:01:29.118" v="156" actId="1036"/>
        <pc:sldMkLst>
          <pc:docMk/>
          <pc:sldMk cId="1575604604" sldId="289"/>
        </pc:sldMkLst>
        <pc:picChg chg="add mod">
          <ac:chgData name="ellie landoch" userId="4aa5fccd772a899f" providerId="LiveId" clId="{9E5F4F78-D0C1-40C0-9520-8CDAB5AA6FD0}" dt="2026-04-02T03:01:29.118" v="156" actId="1036"/>
          <ac:picMkLst>
            <pc:docMk/>
            <pc:sldMk cId="1575604604" sldId="289"/>
            <ac:picMk id="2" creationId="{2B407A2D-BB46-3CD0-B879-56D0A41576BF}"/>
          </ac:picMkLst>
        </pc:picChg>
      </pc:sldChg>
      <pc:sldChg chg="addSp modSp new mod">
        <pc:chgData name="ellie landoch" userId="4aa5fccd772a899f" providerId="LiveId" clId="{9E5F4F78-D0C1-40C0-9520-8CDAB5AA6FD0}" dt="2026-04-02T03:01:45.319" v="177" actId="1036"/>
        <pc:sldMkLst>
          <pc:docMk/>
          <pc:sldMk cId="1772228371" sldId="290"/>
        </pc:sldMkLst>
        <pc:picChg chg="add mod">
          <ac:chgData name="ellie landoch" userId="4aa5fccd772a899f" providerId="LiveId" clId="{9E5F4F78-D0C1-40C0-9520-8CDAB5AA6FD0}" dt="2026-04-02T03:01:45.319" v="177" actId="1036"/>
          <ac:picMkLst>
            <pc:docMk/>
            <pc:sldMk cId="1772228371" sldId="290"/>
            <ac:picMk id="2" creationId="{E9069FA3-895B-F69F-56A7-D7E00409BB63}"/>
          </ac:picMkLst>
        </pc:picChg>
      </pc:sldChg>
    </pc:docChg>
  </pc:docChgLst>
  <pc:docChgLst>
    <pc:chgData name="Guest User" providerId="Windows Live" clId="Web-{8C10010D-61D0-F54F-D49C-4C55C2E804CB}"/>
    <pc:docChg chg="addSld delSld modSld">
      <pc:chgData name="Guest User" userId="" providerId="Windows Live" clId="Web-{8C10010D-61D0-F54F-D49C-4C55C2E804CB}" dt="2026-04-02T13:36:00.558" v="190" actId="1076"/>
      <pc:docMkLst>
        <pc:docMk/>
      </pc:docMkLst>
      <pc:sldChg chg="addSp modSp new">
        <pc:chgData name="Guest User" userId="" providerId="Windows Live" clId="Web-{8C10010D-61D0-F54F-D49C-4C55C2E804CB}" dt="2026-04-02T13:14:10.616" v="77" actId="1076"/>
        <pc:sldMkLst>
          <pc:docMk/>
          <pc:sldMk cId="2672867760" sldId="291"/>
        </pc:sldMkLst>
        <pc:spChg chg="mod">
          <ac:chgData name="Guest User" userId="" providerId="Windows Live" clId="Web-{8C10010D-61D0-F54F-D49C-4C55C2E804CB}" dt="2026-04-02T13:09:08.252" v="25" actId="20577"/>
          <ac:spMkLst>
            <pc:docMk/>
            <pc:sldMk cId="2672867760" sldId="291"/>
            <ac:spMk id="2" creationId="{B7F34046-A7FA-1F54-AAF6-7757036DDCA9}"/>
          </ac:spMkLst>
        </pc:spChg>
        <pc:spChg chg="mod">
          <ac:chgData name="Guest User" userId="" providerId="Windows Live" clId="Web-{8C10010D-61D0-F54F-D49C-4C55C2E804CB}" dt="2026-04-02T13:13:41.473" v="73" actId="1076"/>
          <ac:spMkLst>
            <pc:docMk/>
            <pc:sldMk cId="2672867760" sldId="291"/>
            <ac:spMk id="3" creationId="{F24DC4A7-4077-7518-0BDD-367E110DA973}"/>
          </ac:spMkLst>
        </pc:spChg>
        <pc:spChg chg="add mod">
          <ac:chgData name="Guest User" userId="" providerId="Windows Live" clId="Web-{8C10010D-61D0-F54F-D49C-4C55C2E804CB}" dt="2026-04-02T13:13:31.504" v="69" actId="1076"/>
          <ac:spMkLst>
            <pc:docMk/>
            <pc:sldMk cId="2672867760" sldId="291"/>
            <ac:spMk id="7" creationId="{C57D4B34-6AA9-30E5-22B6-34950E284C24}"/>
          </ac:spMkLst>
        </pc:spChg>
        <pc:picChg chg="add mod">
          <ac:chgData name="Guest User" userId="" providerId="Windows Live" clId="Web-{8C10010D-61D0-F54F-D49C-4C55C2E804CB}" dt="2026-04-02T13:13:40.317" v="72" actId="1076"/>
          <ac:picMkLst>
            <pc:docMk/>
            <pc:sldMk cId="2672867760" sldId="291"/>
            <ac:picMk id="4" creationId="{108CAABD-6C25-048C-4625-5EF596382048}"/>
          </ac:picMkLst>
        </pc:picChg>
        <pc:picChg chg="add mod">
          <ac:chgData name="Guest User" userId="" providerId="Windows Live" clId="Web-{8C10010D-61D0-F54F-D49C-4C55C2E804CB}" dt="2026-04-02T13:14:10.616" v="77" actId="1076"/>
          <ac:picMkLst>
            <pc:docMk/>
            <pc:sldMk cId="2672867760" sldId="291"/>
            <ac:picMk id="5" creationId="{D82DC031-00D3-3DD0-FC5D-E1A9E2F1FA9F}"/>
          </ac:picMkLst>
        </pc:picChg>
        <pc:picChg chg="add mod">
          <ac:chgData name="Guest User" userId="" providerId="Windows Live" clId="Web-{8C10010D-61D0-F54F-D49C-4C55C2E804CB}" dt="2026-04-02T13:13:28.519" v="68" actId="1076"/>
          <ac:picMkLst>
            <pc:docMk/>
            <pc:sldMk cId="2672867760" sldId="291"/>
            <ac:picMk id="8" creationId="{224298AE-6F8F-C2D8-0598-6EE7AA595DA4}"/>
          </ac:picMkLst>
        </pc:picChg>
      </pc:sldChg>
      <pc:sldChg chg="add del replId">
        <pc:chgData name="Guest User" userId="" providerId="Windows Live" clId="Web-{8C10010D-61D0-F54F-D49C-4C55C2E804CB}" dt="2026-04-02T13:08:53.064" v="12"/>
        <pc:sldMkLst>
          <pc:docMk/>
          <pc:sldMk cId="202224727" sldId="292"/>
        </pc:sldMkLst>
      </pc:sldChg>
      <pc:sldChg chg="addSp delSp modSp new">
        <pc:chgData name="Guest User" userId="" providerId="Windows Live" clId="Web-{8C10010D-61D0-F54F-D49C-4C55C2E804CB}" dt="2026-04-02T13:18:26.751" v="119" actId="1076"/>
        <pc:sldMkLst>
          <pc:docMk/>
          <pc:sldMk cId="3048636308" sldId="292"/>
        </pc:sldMkLst>
        <pc:spChg chg="mod">
          <ac:chgData name="Guest User" userId="" providerId="Windows Live" clId="Web-{8C10010D-61D0-F54F-D49C-4C55C2E804CB}" dt="2026-04-02T13:14:26.976" v="88" actId="20577"/>
          <ac:spMkLst>
            <pc:docMk/>
            <pc:sldMk cId="3048636308" sldId="292"/>
            <ac:spMk id="2" creationId="{13A275D6-ADBA-5309-3898-040ADA75D9CA}"/>
          </ac:spMkLst>
        </pc:spChg>
        <pc:spChg chg="mod">
          <ac:chgData name="Guest User" userId="" providerId="Windows Live" clId="Web-{8C10010D-61D0-F54F-D49C-4C55C2E804CB}" dt="2026-04-02T13:15:04.244" v="96" actId="1076"/>
          <ac:spMkLst>
            <pc:docMk/>
            <pc:sldMk cId="3048636308" sldId="292"/>
            <ac:spMk id="3" creationId="{2F1E9C5D-76F0-D499-CAE0-D5C129CAFB83}"/>
          </ac:spMkLst>
        </pc:spChg>
        <pc:spChg chg="add del mod">
          <ac:chgData name="Guest User" userId="" providerId="Windows Live" clId="Web-{8C10010D-61D0-F54F-D49C-4C55C2E804CB}" dt="2026-04-02T13:16:44.514" v="105"/>
          <ac:spMkLst>
            <pc:docMk/>
            <pc:sldMk cId="3048636308" sldId="292"/>
            <ac:spMk id="5" creationId="{9B1F675D-664B-4960-707D-46839F081064}"/>
          </ac:spMkLst>
        </pc:spChg>
        <pc:spChg chg="add mod">
          <ac:chgData name="Guest User" userId="" providerId="Windows Live" clId="Web-{8C10010D-61D0-F54F-D49C-4C55C2E804CB}" dt="2026-04-02T13:17:42.438" v="115" actId="1076"/>
          <ac:spMkLst>
            <pc:docMk/>
            <pc:sldMk cId="3048636308" sldId="292"/>
            <ac:spMk id="6" creationId="{9EBCDF02-054C-1BE3-4B9F-BEDF8F168B8E}"/>
          </ac:spMkLst>
        </pc:spChg>
        <pc:picChg chg="add mod">
          <ac:chgData name="Guest User" userId="" providerId="Windows Live" clId="Web-{8C10010D-61D0-F54F-D49C-4C55C2E804CB}" dt="2026-04-02T13:16:17.388" v="99" actId="14100"/>
          <ac:picMkLst>
            <pc:docMk/>
            <pc:sldMk cId="3048636308" sldId="292"/>
            <ac:picMk id="4" creationId="{A402B574-B7FF-F23A-9392-6D6B1C6E11D6}"/>
          </ac:picMkLst>
        </pc:picChg>
        <pc:picChg chg="add mod">
          <ac:chgData name="Guest User" userId="" providerId="Windows Live" clId="Web-{8C10010D-61D0-F54F-D49C-4C55C2E804CB}" dt="2026-04-02T13:17:40" v="114" actId="1076"/>
          <ac:picMkLst>
            <pc:docMk/>
            <pc:sldMk cId="3048636308" sldId="292"/>
            <ac:picMk id="7" creationId="{2831B7D1-2BD9-FB29-FC83-732E290214ED}"/>
          </ac:picMkLst>
        </pc:picChg>
        <pc:picChg chg="add mod">
          <ac:chgData name="Guest User" userId="" providerId="Windows Live" clId="Web-{8C10010D-61D0-F54F-D49C-4C55C2E804CB}" dt="2026-04-02T13:18:26.751" v="119" actId="1076"/>
          <ac:picMkLst>
            <pc:docMk/>
            <pc:sldMk cId="3048636308" sldId="292"/>
            <ac:picMk id="8" creationId="{20C50F75-FFC8-ECD5-3499-253418626B6E}"/>
          </ac:picMkLst>
        </pc:picChg>
      </pc:sldChg>
      <pc:sldChg chg="addSp modSp add replId">
        <pc:chgData name="Guest User" userId="" providerId="Windows Live" clId="Web-{8C10010D-61D0-F54F-D49C-4C55C2E804CB}" dt="2026-04-02T13:22:28.132" v="137" actId="1076"/>
        <pc:sldMkLst>
          <pc:docMk/>
          <pc:sldMk cId="2169635094" sldId="293"/>
        </pc:sldMkLst>
        <pc:spChg chg="mod">
          <ac:chgData name="Guest User" userId="" providerId="Windows Live" clId="Web-{8C10010D-61D0-F54F-D49C-4C55C2E804CB}" dt="2026-04-02T13:19:05.034" v="123" actId="1076"/>
          <ac:spMkLst>
            <pc:docMk/>
            <pc:sldMk cId="2169635094" sldId="293"/>
            <ac:spMk id="3" creationId="{374345EE-851A-2C71-8A2E-556C23AC9F3B}"/>
          </ac:spMkLst>
        </pc:spChg>
        <pc:spChg chg="add mod">
          <ac:chgData name="Guest User" userId="" providerId="Windows Live" clId="Web-{8C10010D-61D0-F54F-D49C-4C55C2E804CB}" dt="2026-04-02T13:21:40.350" v="134" actId="1076"/>
          <ac:spMkLst>
            <pc:docMk/>
            <pc:sldMk cId="2169635094" sldId="293"/>
            <ac:spMk id="5" creationId="{A758C1B6-94DA-59EF-BA5D-DEB289236D06}"/>
          </ac:spMkLst>
        </pc:spChg>
        <pc:picChg chg="add mod">
          <ac:chgData name="Guest User" userId="" providerId="Windows Live" clId="Web-{8C10010D-61D0-F54F-D49C-4C55C2E804CB}" dt="2026-04-02T13:20:31.895" v="125" actId="1076"/>
          <ac:picMkLst>
            <pc:docMk/>
            <pc:sldMk cId="2169635094" sldId="293"/>
            <ac:picMk id="4" creationId="{5B11245E-DF18-8E40-7995-29043E1940C7}"/>
          </ac:picMkLst>
        </pc:picChg>
        <pc:picChg chg="add mod">
          <ac:chgData name="Guest User" userId="" providerId="Windows Live" clId="Web-{8C10010D-61D0-F54F-D49C-4C55C2E804CB}" dt="2026-04-02T13:21:50.460" v="135" actId="1076"/>
          <ac:picMkLst>
            <pc:docMk/>
            <pc:sldMk cId="2169635094" sldId="293"/>
            <ac:picMk id="6" creationId="{07EAB33A-8613-AE83-52B6-58B311203FAA}"/>
          </ac:picMkLst>
        </pc:picChg>
        <pc:picChg chg="add mod">
          <ac:chgData name="Guest User" userId="" providerId="Windows Live" clId="Web-{8C10010D-61D0-F54F-D49C-4C55C2E804CB}" dt="2026-04-02T13:22:28.132" v="137" actId="1076"/>
          <ac:picMkLst>
            <pc:docMk/>
            <pc:sldMk cId="2169635094" sldId="293"/>
            <ac:picMk id="7" creationId="{C637718D-C98F-6577-AD97-959FB0160CC6}"/>
          </ac:picMkLst>
        </pc:picChg>
      </pc:sldChg>
      <pc:sldChg chg="add del replId">
        <pc:chgData name="Guest User" userId="" providerId="Windows Live" clId="Web-{8C10010D-61D0-F54F-D49C-4C55C2E804CB}" dt="2026-04-02T13:08:50.579" v="11"/>
        <pc:sldMkLst>
          <pc:docMk/>
          <pc:sldMk cId="2424188900" sldId="293"/>
        </pc:sldMkLst>
      </pc:sldChg>
      <pc:sldChg chg="addSp delSp modSp add replId">
        <pc:chgData name="Guest User" userId="" providerId="Windows Live" clId="Web-{8C10010D-61D0-F54F-D49C-4C55C2E804CB}" dt="2026-04-02T13:33:59.038" v="189" actId="1076"/>
        <pc:sldMkLst>
          <pc:docMk/>
          <pc:sldMk cId="853628029" sldId="294"/>
        </pc:sldMkLst>
        <pc:spChg chg="mod">
          <ac:chgData name="Guest User" userId="" providerId="Windows Live" clId="Web-{8C10010D-61D0-F54F-D49C-4C55C2E804CB}" dt="2026-04-02T13:22:50.554" v="140" actId="14100"/>
          <ac:spMkLst>
            <pc:docMk/>
            <pc:sldMk cId="853628029" sldId="294"/>
            <ac:spMk id="3" creationId="{FBB64A07-4CB6-2C3E-BB7E-0C455E5FC29D}"/>
          </ac:spMkLst>
        </pc:spChg>
        <pc:picChg chg="add del mod">
          <ac:chgData name="Guest User" userId="" providerId="Windows Live" clId="Web-{8C10010D-61D0-F54F-D49C-4C55C2E804CB}" dt="2026-04-02T13:33:31.366" v="183"/>
          <ac:picMkLst>
            <pc:docMk/>
            <pc:sldMk cId="853628029" sldId="294"/>
            <ac:picMk id="4" creationId="{6C4D2CCF-F4FC-7D32-3400-680D0290172C}"/>
          </ac:picMkLst>
        </pc:picChg>
        <pc:picChg chg="add mod">
          <ac:chgData name="Guest User" userId="" providerId="Windows Live" clId="Web-{8C10010D-61D0-F54F-D49C-4C55C2E804CB}" dt="2026-04-02T13:33:59.038" v="189" actId="1076"/>
          <ac:picMkLst>
            <pc:docMk/>
            <pc:sldMk cId="853628029" sldId="294"/>
            <ac:picMk id="5" creationId="{93A80068-8A8D-339B-3650-39D0DCF0A977}"/>
          </ac:picMkLst>
        </pc:picChg>
        <pc:picChg chg="add mod">
          <ac:chgData name="Guest User" userId="" providerId="Windows Live" clId="Web-{8C10010D-61D0-F54F-D49C-4C55C2E804CB}" dt="2026-04-02T13:33:57.617" v="188" actId="14100"/>
          <ac:picMkLst>
            <pc:docMk/>
            <pc:sldMk cId="853628029" sldId="294"/>
            <ac:picMk id="6" creationId="{F2BEA19F-DB6E-93CA-1776-FB75C6A94520}"/>
          </ac:picMkLst>
        </pc:picChg>
      </pc:sldChg>
      <pc:sldChg chg="add del replId">
        <pc:chgData name="Guest User" userId="" providerId="Windows Live" clId="Web-{8C10010D-61D0-F54F-D49C-4C55C2E804CB}" dt="2026-04-02T13:08:50.220" v="10"/>
        <pc:sldMkLst>
          <pc:docMk/>
          <pc:sldMk cId="2691536906" sldId="294"/>
        </pc:sldMkLst>
      </pc:sldChg>
      <pc:sldChg chg="add del replId">
        <pc:chgData name="Guest User" userId="" providerId="Windows Live" clId="Web-{8C10010D-61D0-F54F-D49C-4C55C2E804CB}" dt="2026-04-02T13:08:47.767" v="9"/>
        <pc:sldMkLst>
          <pc:docMk/>
          <pc:sldMk cId="243453736" sldId="295"/>
        </pc:sldMkLst>
      </pc:sldChg>
      <pc:sldChg chg="addSp modSp add replId">
        <pc:chgData name="Guest User" userId="" providerId="Windows Live" clId="Web-{8C10010D-61D0-F54F-D49C-4C55C2E804CB}" dt="2026-04-02T13:26:30.683" v="158" actId="1076"/>
        <pc:sldMkLst>
          <pc:docMk/>
          <pc:sldMk cId="2576407183" sldId="295"/>
        </pc:sldMkLst>
        <pc:spChg chg="mod">
          <ac:chgData name="Guest User" userId="" providerId="Windows Live" clId="Web-{8C10010D-61D0-F54F-D49C-4C55C2E804CB}" dt="2026-04-02T13:25:36.885" v="150" actId="1076"/>
          <ac:spMkLst>
            <pc:docMk/>
            <pc:sldMk cId="2576407183" sldId="295"/>
            <ac:spMk id="3" creationId="{D7E59756-3592-AD57-6110-1676CD28C0F2}"/>
          </ac:spMkLst>
        </pc:spChg>
        <pc:picChg chg="add mod">
          <ac:chgData name="Guest User" userId="" providerId="Windows Live" clId="Web-{8C10010D-61D0-F54F-D49C-4C55C2E804CB}" dt="2026-04-02T13:25:58.386" v="153" actId="14100"/>
          <ac:picMkLst>
            <pc:docMk/>
            <pc:sldMk cId="2576407183" sldId="295"/>
            <ac:picMk id="4" creationId="{23D38E9E-E4B6-ECAF-B04A-20D167C911C0}"/>
          </ac:picMkLst>
        </pc:picChg>
        <pc:picChg chg="add mod">
          <ac:chgData name="Guest User" userId="" providerId="Windows Live" clId="Web-{8C10010D-61D0-F54F-D49C-4C55C2E804CB}" dt="2026-04-02T13:26:30.683" v="158" actId="1076"/>
          <ac:picMkLst>
            <pc:docMk/>
            <pc:sldMk cId="2576407183" sldId="295"/>
            <ac:picMk id="5" creationId="{EE9508AF-7E2E-190A-FD50-9D860BB544F7}"/>
          </ac:picMkLst>
        </pc:picChg>
      </pc:sldChg>
      <pc:sldChg chg="addSp modSp add replId">
        <pc:chgData name="Guest User" userId="" providerId="Windows Live" clId="Web-{8C10010D-61D0-F54F-D49C-4C55C2E804CB}" dt="2026-04-02T13:28:25.971" v="171" actId="1076"/>
        <pc:sldMkLst>
          <pc:docMk/>
          <pc:sldMk cId="992519487" sldId="296"/>
        </pc:sldMkLst>
        <pc:spChg chg="mod">
          <ac:chgData name="Guest User" userId="" providerId="Windows Live" clId="Web-{8C10010D-61D0-F54F-D49C-4C55C2E804CB}" dt="2026-04-02T13:27:37.732" v="161" actId="14100"/>
          <ac:spMkLst>
            <pc:docMk/>
            <pc:sldMk cId="992519487" sldId="296"/>
            <ac:spMk id="3" creationId="{EC5D2F93-DF50-9E69-4CAF-CFF77080B03B}"/>
          </ac:spMkLst>
        </pc:spChg>
        <pc:picChg chg="add mod">
          <ac:chgData name="Guest User" userId="" providerId="Windows Live" clId="Web-{8C10010D-61D0-F54F-D49C-4C55C2E804CB}" dt="2026-04-02T13:28:25.971" v="171" actId="1076"/>
          <ac:picMkLst>
            <pc:docMk/>
            <pc:sldMk cId="992519487" sldId="296"/>
            <ac:picMk id="4" creationId="{43EB382B-DA09-EDA8-9045-863836DDF285}"/>
          </ac:picMkLst>
        </pc:picChg>
        <pc:picChg chg="add mod">
          <ac:chgData name="Guest User" userId="" providerId="Windows Live" clId="Web-{8C10010D-61D0-F54F-D49C-4C55C2E804CB}" dt="2026-04-02T13:28:24.502" v="170" actId="1076"/>
          <ac:picMkLst>
            <pc:docMk/>
            <pc:sldMk cId="992519487" sldId="296"/>
            <ac:picMk id="5" creationId="{B630A20D-0E7B-6375-0C7C-9FF3226C5CB7}"/>
          </ac:picMkLst>
        </pc:picChg>
      </pc:sldChg>
      <pc:sldChg chg="add del replId">
        <pc:chgData name="Guest User" userId="" providerId="Windows Live" clId="Web-{8C10010D-61D0-F54F-D49C-4C55C2E804CB}" dt="2026-04-02T13:08:45.204" v="8"/>
        <pc:sldMkLst>
          <pc:docMk/>
          <pc:sldMk cId="1922210660" sldId="296"/>
        </pc:sldMkLst>
      </pc:sldChg>
      <pc:sldChg chg="add del replId">
        <pc:chgData name="Guest User" userId="" providerId="Windows Live" clId="Web-{8C10010D-61D0-F54F-D49C-4C55C2E804CB}" dt="2026-04-02T13:08:42.798" v="7"/>
        <pc:sldMkLst>
          <pc:docMk/>
          <pc:sldMk cId="1743239611" sldId="297"/>
        </pc:sldMkLst>
      </pc:sldChg>
      <pc:sldChg chg="addSp modSp add replId">
        <pc:chgData name="Guest User" userId="" providerId="Windows Live" clId="Web-{8C10010D-61D0-F54F-D49C-4C55C2E804CB}" dt="2026-04-02T13:36:00.558" v="190" actId="1076"/>
        <pc:sldMkLst>
          <pc:docMk/>
          <pc:sldMk cId="2318058581" sldId="297"/>
        </pc:sldMkLst>
        <pc:spChg chg="mod">
          <ac:chgData name="Guest User" userId="" providerId="Windows Live" clId="Web-{8C10010D-61D0-F54F-D49C-4C55C2E804CB}" dt="2026-04-02T13:28:49.130" v="174" actId="14100"/>
          <ac:spMkLst>
            <pc:docMk/>
            <pc:sldMk cId="2318058581" sldId="297"/>
            <ac:spMk id="3" creationId="{875868A0-7986-3D28-C3DE-3B916B6734AE}"/>
          </ac:spMkLst>
        </pc:spChg>
        <pc:picChg chg="add mod">
          <ac:chgData name="Guest User" userId="" providerId="Windows Live" clId="Web-{8C10010D-61D0-F54F-D49C-4C55C2E804CB}" dt="2026-04-02T13:29:27.586" v="179" actId="1076"/>
          <ac:picMkLst>
            <pc:docMk/>
            <pc:sldMk cId="2318058581" sldId="297"/>
            <ac:picMk id="4" creationId="{DDC8AF46-4151-D78F-E83D-187FE53D4EF0}"/>
          </ac:picMkLst>
        </pc:picChg>
        <pc:picChg chg="add mod">
          <ac:chgData name="Guest User" userId="" providerId="Windows Live" clId="Web-{8C10010D-61D0-F54F-D49C-4C55C2E804CB}" dt="2026-04-02T13:36:00.558" v="190" actId="1076"/>
          <ac:picMkLst>
            <pc:docMk/>
            <pc:sldMk cId="2318058581" sldId="297"/>
            <ac:picMk id="5" creationId="{91FAB097-761F-7325-CC89-864D47672DD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A8B3C-A227-434A-8398-B2C03F3C5833}"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28903B-AFC1-45C9-912A-5A5B9880ED63}" type="slidenum">
              <a:rPr lang="en-US" smtClean="0"/>
              <a:t>‹#›</a:t>
            </a:fld>
            <a:endParaRPr lang="en-US"/>
          </a:p>
        </p:txBody>
      </p:sp>
    </p:spTree>
    <p:extLst>
      <p:ext uri="{BB962C8B-B14F-4D97-AF65-F5344CB8AC3E}">
        <p14:creationId xmlns:p14="http://schemas.microsoft.com/office/powerpoint/2010/main" val="1724952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1B976C-D7BC-4632-B2F0-22C8E5E3764F}" type="slidenum">
              <a:rPr lang="en-US" smtClean="0"/>
              <a:t>2</a:t>
            </a:fld>
            <a:endParaRPr lang="en-US"/>
          </a:p>
        </p:txBody>
      </p:sp>
    </p:spTree>
    <p:extLst>
      <p:ext uri="{BB962C8B-B14F-4D97-AF65-F5344CB8AC3E}">
        <p14:creationId xmlns:p14="http://schemas.microsoft.com/office/powerpoint/2010/main" val="2145585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28903B-AFC1-45C9-912A-5A5B9880ED63}" type="slidenum">
              <a:rPr lang="en-US" smtClean="0"/>
              <a:t>4</a:t>
            </a:fld>
            <a:endParaRPr lang="en-US"/>
          </a:p>
        </p:txBody>
      </p:sp>
    </p:spTree>
    <p:extLst>
      <p:ext uri="{BB962C8B-B14F-4D97-AF65-F5344CB8AC3E}">
        <p14:creationId xmlns:p14="http://schemas.microsoft.com/office/powerpoint/2010/main" val="2385084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D410200-052C-4011-8E92-66194F737262}" type="datetimeFigureOut">
              <a:rPr lang="en-US" smtClean="0"/>
              <a:t>4/2/2026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1F5A7ED6-1E96-4D40-9FA8-3E577982975C}" type="slidenum">
              <a:rPr lang="en-US" smtClean="0"/>
              <a:t>‹#›</a:t>
            </a:fld>
            <a:endParaRPr lang="en-US"/>
          </a:p>
        </p:txBody>
      </p:sp>
    </p:spTree>
    <p:extLst>
      <p:ext uri="{BB962C8B-B14F-4D97-AF65-F5344CB8AC3E}">
        <p14:creationId xmlns:p14="http://schemas.microsoft.com/office/powerpoint/2010/main" val="3529910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410200-052C-4011-8E92-66194F737262}"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1F5A7ED6-1E96-4D40-9FA8-3E577982975C}" type="slidenum">
              <a:rPr lang="en-US" smtClean="0"/>
              <a:t>‹#›</a:t>
            </a:fld>
            <a:endParaRPr lang="en-US"/>
          </a:p>
        </p:txBody>
      </p:sp>
    </p:spTree>
    <p:extLst>
      <p:ext uri="{BB962C8B-B14F-4D97-AF65-F5344CB8AC3E}">
        <p14:creationId xmlns:p14="http://schemas.microsoft.com/office/powerpoint/2010/main" val="204290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410200-052C-4011-8E92-66194F737262}" type="datetimeFigureOut">
              <a:rPr lang="en-US" smtClean="0"/>
              <a:t>4/2/2026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5A7ED6-1E96-4D40-9FA8-3E577982975C}" type="slidenum">
              <a:rPr lang="en-US" smtClean="0"/>
              <a:t>‹#›</a:t>
            </a:fld>
            <a:endParaRPr lang="en-US"/>
          </a:p>
        </p:txBody>
      </p:sp>
    </p:spTree>
    <p:extLst>
      <p:ext uri="{BB962C8B-B14F-4D97-AF65-F5344CB8AC3E}">
        <p14:creationId xmlns:p14="http://schemas.microsoft.com/office/powerpoint/2010/main" val="284403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410200-052C-4011-8E92-66194F737262}"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5A7ED6-1E96-4D40-9FA8-3E577982975C}" type="slidenum">
              <a:rPr lang="en-US" smtClean="0"/>
              <a:t>‹#›</a:t>
            </a:fld>
            <a:endParaRPr lang="en-US"/>
          </a:p>
        </p:txBody>
      </p:sp>
    </p:spTree>
    <p:extLst>
      <p:ext uri="{BB962C8B-B14F-4D97-AF65-F5344CB8AC3E}">
        <p14:creationId xmlns:p14="http://schemas.microsoft.com/office/powerpoint/2010/main" val="3765252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410200-052C-4011-8E92-66194F737262}"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5A7ED6-1E96-4D40-9FA8-3E577982975C}" type="slidenum">
              <a:rPr lang="en-US" smtClean="0"/>
              <a:t>‹#›</a:t>
            </a:fld>
            <a:endParaRPr lang="en-US"/>
          </a:p>
        </p:txBody>
      </p:sp>
    </p:spTree>
    <p:extLst>
      <p:ext uri="{BB962C8B-B14F-4D97-AF65-F5344CB8AC3E}">
        <p14:creationId xmlns:p14="http://schemas.microsoft.com/office/powerpoint/2010/main" val="4229904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1D410200-052C-4011-8E92-66194F737262}"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5A7ED6-1E96-4D40-9FA8-3E577982975C}" type="slidenum">
              <a:rPr lang="en-US" smtClean="0"/>
              <a:t>‹#›</a:t>
            </a:fld>
            <a:endParaRPr lang="en-US"/>
          </a:p>
        </p:txBody>
      </p:sp>
    </p:spTree>
    <p:extLst>
      <p:ext uri="{BB962C8B-B14F-4D97-AF65-F5344CB8AC3E}">
        <p14:creationId xmlns:p14="http://schemas.microsoft.com/office/powerpoint/2010/main" val="12359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410200-052C-4011-8E92-66194F737262}"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5A7ED6-1E96-4D40-9FA8-3E577982975C}" type="slidenum">
              <a:rPr lang="en-US" smtClean="0"/>
              <a:t>‹#›</a:t>
            </a:fld>
            <a:endParaRPr lang="en-US"/>
          </a:p>
        </p:txBody>
      </p:sp>
    </p:spTree>
    <p:extLst>
      <p:ext uri="{BB962C8B-B14F-4D97-AF65-F5344CB8AC3E}">
        <p14:creationId xmlns:p14="http://schemas.microsoft.com/office/powerpoint/2010/main" val="16633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410200-052C-4011-8E92-66194F737262}" type="datetimeFigureOut">
              <a:rPr lang="en-US" smtClean="0"/>
              <a:t>4/2/2026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1F5A7ED6-1E96-4D40-9FA8-3E577982975C}" type="slidenum">
              <a:rPr lang="en-US" smtClean="0"/>
              <a:t>‹#›</a:t>
            </a:fld>
            <a:endParaRPr lang="en-US"/>
          </a:p>
        </p:txBody>
      </p:sp>
    </p:spTree>
    <p:extLst>
      <p:ext uri="{BB962C8B-B14F-4D97-AF65-F5344CB8AC3E}">
        <p14:creationId xmlns:p14="http://schemas.microsoft.com/office/powerpoint/2010/main" val="3493859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410200-052C-4011-8E92-66194F737262}"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5A7ED6-1E96-4D40-9FA8-3E577982975C}" type="slidenum">
              <a:rPr lang="en-US" smtClean="0"/>
              <a:t>‹#›</a:t>
            </a:fld>
            <a:endParaRPr lang="en-US"/>
          </a:p>
        </p:txBody>
      </p:sp>
    </p:spTree>
    <p:extLst>
      <p:ext uri="{BB962C8B-B14F-4D97-AF65-F5344CB8AC3E}">
        <p14:creationId xmlns:p14="http://schemas.microsoft.com/office/powerpoint/2010/main" val="893977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410200-052C-4011-8E92-66194F737262}"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5A7ED6-1E96-4D40-9FA8-3E577982975C}" type="slidenum">
              <a:rPr lang="en-US" smtClean="0"/>
              <a:t>‹#›</a:t>
            </a:fld>
            <a:endParaRPr lang="en-US"/>
          </a:p>
        </p:txBody>
      </p:sp>
    </p:spTree>
    <p:extLst>
      <p:ext uri="{BB962C8B-B14F-4D97-AF65-F5344CB8AC3E}">
        <p14:creationId xmlns:p14="http://schemas.microsoft.com/office/powerpoint/2010/main" val="200863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D410200-052C-4011-8E92-66194F737262}" type="datetimeFigureOut">
              <a:rPr lang="en-US" smtClean="0"/>
              <a:t>4/2/2026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1F5A7ED6-1E96-4D40-9FA8-3E577982975C}" type="slidenum">
              <a:rPr lang="en-US" smtClean="0"/>
              <a:t>‹#›</a:t>
            </a:fld>
            <a:endParaRPr lang="en-US"/>
          </a:p>
        </p:txBody>
      </p:sp>
    </p:spTree>
    <p:extLst>
      <p:ext uri="{BB962C8B-B14F-4D97-AF65-F5344CB8AC3E}">
        <p14:creationId xmlns:p14="http://schemas.microsoft.com/office/powerpoint/2010/main" val="3775516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D410200-052C-4011-8E92-66194F737262}" type="datetimeFigureOut">
              <a:rPr lang="en-US" smtClean="0"/>
              <a:t>4/2/2026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1F5A7ED6-1E96-4D40-9FA8-3E577982975C}"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262186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3A9B2-0143-BA48-C017-7BDDA72CCDF8}"/>
              </a:ext>
            </a:extLst>
          </p:cNvPr>
          <p:cNvSpPr>
            <a:spLocks noGrp="1"/>
          </p:cNvSpPr>
          <p:nvPr>
            <p:ph type="ctrTitle"/>
          </p:nvPr>
        </p:nvSpPr>
        <p:spPr>
          <a:xfrm>
            <a:off x="581191" y="1020431"/>
            <a:ext cx="10993549" cy="1603897"/>
          </a:xfrm>
        </p:spPr>
        <p:txBody>
          <a:bodyPr>
            <a:normAutofit fontScale="90000"/>
          </a:bodyPr>
          <a:lstStyle/>
          <a:p>
            <a:r>
              <a:rPr lang="en-US" sz="4800" b="1"/>
              <a:t>Team Mini Project 4: </a:t>
            </a:r>
            <a:br>
              <a:rPr lang="en-US" sz="4800" b="1"/>
            </a:br>
            <a:r>
              <a:rPr lang="en-US" sz="4800" b="1"/>
              <a:t>Writing SQL Queries</a:t>
            </a:r>
            <a:br>
              <a:rPr lang="en-US" b="1"/>
            </a:br>
            <a:endParaRPr lang="en-US"/>
          </a:p>
        </p:txBody>
      </p:sp>
      <p:sp>
        <p:nvSpPr>
          <p:cNvPr id="3" name="Subtitle 2">
            <a:extLst>
              <a:ext uri="{FF2B5EF4-FFF2-40B4-BE49-F238E27FC236}">
                <a16:creationId xmlns:a16="http://schemas.microsoft.com/office/drawing/2014/main" id="{068A6EDB-DFE1-0805-E6D5-4FBCCAD20973}"/>
              </a:ext>
            </a:extLst>
          </p:cNvPr>
          <p:cNvSpPr>
            <a:spLocks noGrp="1"/>
          </p:cNvSpPr>
          <p:nvPr>
            <p:ph type="subTitle" idx="1"/>
          </p:nvPr>
        </p:nvSpPr>
        <p:spPr>
          <a:xfrm>
            <a:off x="581194" y="2240281"/>
            <a:ext cx="10993546" cy="845486"/>
          </a:xfrm>
        </p:spPr>
        <p:txBody>
          <a:bodyPr>
            <a:noAutofit/>
          </a:bodyPr>
          <a:lstStyle/>
          <a:p>
            <a:r>
              <a:rPr lang="en-US" sz="1950"/>
              <a:t>Brandon Boyle, Caleb Bush, Ellie Landoch</a:t>
            </a:r>
          </a:p>
          <a:p>
            <a:r>
              <a:rPr lang="en-US" sz="1950"/>
              <a:t>DS-450</a:t>
            </a:r>
          </a:p>
        </p:txBody>
      </p:sp>
    </p:spTree>
    <p:extLst>
      <p:ext uri="{BB962C8B-B14F-4D97-AF65-F5344CB8AC3E}">
        <p14:creationId xmlns:p14="http://schemas.microsoft.com/office/powerpoint/2010/main" val="4046458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50BA-21EA-D9CC-932B-B7CA1C157E1A}"/>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AF4FB3FC-0C73-4A07-FBFB-7D1BB4283333}"/>
              </a:ext>
            </a:extLst>
          </p:cNvPr>
          <p:cNvSpPr>
            <a:spLocks noGrp="1"/>
          </p:cNvSpPr>
          <p:nvPr>
            <p:ph idx="1"/>
          </p:nvPr>
        </p:nvSpPr>
        <p:spPr>
          <a:xfrm>
            <a:off x="581192" y="2180497"/>
            <a:ext cx="11029615" cy="526127"/>
          </a:xfrm>
        </p:spPr>
        <p:txBody>
          <a:bodyPr>
            <a:normAutofit/>
          </a:bodyPr>
          <a:lstStyle/>
          <a:p>
            <a:pPr marL="514350" indent="-514350">
              <a:buAutoNum type="arabicPeriod"/>
            </a:pPr>
            <a:r>
              <a:rPr lang="en-US" sz="2300"/>
              <a:t>Get a list of all film titles alphabetized by title.</a:t>
            </a:r>
          </a:p>
        </p:txBody>
      </p:sp>
      <p:pic>
        <p:nvPicPr>
          <p:cNvPr id="5" name="Picture 4">
            <a:extLst>
              <a:ext uri="{FF2B5EF4-FFF2-40B4-BE49-F238E27FC236}">
                <a16:creationId xmlns:a16="http://schemas.microsoft.com/office/drawing/2014/main" id="{68795969-853F-9B8F-B67F-1BAC5E26D4B6}"/>
              </a:ext>
            </a:extLst>
          </p:cNvPr>
          <p:cNvPicPr>
            <a:picLocks noChangeAspect="1"/>
          </p:cNvPicPr>
          <p:nvPr/>
        </p:nvPicPr>
        <p:blipFill>
          <a:blip r:embed="rId3"/>
          <a:stretch>
            <a:fillRect/>
          </a:stretch>
        </p:blipFill>
        <p:spPr>
          <a:xfrm>
            <a:off x="1945663" y="3339953"/>
            <a:ext cx="2662041" cy="1622848"/>
          </a:xfrm>
          <a:prstGeom prst="rect">
            <a:avLst/>
          </a:prstGeom>
        </p:spPr>
      </p:pic>
      <p:pic>
        <p:nvPicPr>
          <p:cNvPr id="7" name="Picture 6">
            <a:extLst>
              <a:ext uri="{FF2B5EF4-FFF2-40B4-BE49-F238E27FC236}">
                <a16:creationId xmlns:a16="http://schemas.microsoft.com/office/drawing/2014/main" id="{1301D6C0-9470-0FE0-181A-FC9D432BF1AE}"/>
              </a:ext>
            </a:extLst>
          </p:cNvPr>
          <p:cNvPicPr>
            <a:picLocks noChangeAspect="1"/>
          </p:cNvPicPr>
          <p:nvPr/>
        </p:nvPicPr>
        <p:blipFill>
          <a:blip r:embed="rId4"/>
          <a:srcRect t="1561" b="-1"/>
          <a:stretch>
            <a:fillRect/>
          </a:stretch>
        </p:blipFill>
        <p:spPr>
          <a:xfrm>
            <a:off x="6759590" y="2706624"/>
            <a:ext cx="3064817" cy="3531734"/>
          </a:xfrm>
          <a:prstGeom prst="rect">
            <a:avLst/>
          </a:prstGeom>
        </p:spPr>
      </p:pic>
    </p:spTree>
    <p:extLst>
      <p:ext uri="{BB962C8B-B14F-4D97-AF65-F5344CB8AC3E}">
        <p14:creationId xmlns:p14="http://schemas.microsoft.com/office/powerpoint/2010/main" val="1409168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7F88F-E219-D656-45CF-9BFD5F634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C82FD-DCD3-68B8-F54A-D5D5AA967BBA}"/>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2CE68EEA-D475-3A48-5B2F-6D6D70C22E08}"/>
              </a:ext>
            </a:extLst>
          </p:cNvPr>
          <p:cNvSpPr>
            <a:spLocks noGrp="1"/>
          </p:cNvSpPr>
          <p:nvPr>
            <p:ph idx="1"/>
          </p:nvPr>
        </p:nvSpPr>
        <p:spPr>
          <a:xfrm>
            <a:off x="581192" y="2180497"/>
            <a:ext cx="11029615" cy="864734"/>
          </a:xfrm>
        </p:spPr>
        <p:txBody>
          <a:bodyPr>
            <a:normAutofit/>
          </a:bodyPr>
          <a:lstStyle/>
          <a:p>
            <a:pPr marL="0" indent="0">
              <a:buNone/>
            </a:pPr>
            <a:r>
              <a:rPr lang="en-US" sz="2300"/>
              <a:t>2. Find the description, release year, length, and rating for the movie “KENTUCKIAN GIANT”. </a:t>
            </a:r>
          </a:p>
        </p:txBody>
      </p:sp>
      <p:pic>
        <p:nvPicPr>
          <p:cNvPr id="5" name="Picture 4">
            <a:extLst>
              <a:ext uri="{FF2B5EF4-FFF2-40B4-BE49-F238E27FC236}">
                <a16:creationId xmlns:a16="http://schemas.microsoft.com/office/drawing/2014/main" id="{E9516E2B-4E04-3669-88B6-6AA25FDAD837}"/>
              </a:ext>
            </a:extLst>
          </p:cNvPr>
          <p:cNvPicPr>
            <a:picLocks noChangeAspect="1"/>
          </p:cNvPicPr>
          <p:nvPr/>
        </p:nvPicPr>
        <p:blipFill>
          <a:blip r:embed="rId2"/>
          <a:stretch>
            <a:fillRect/>
          </a:stretch>
        </p:blipFill>
        <p:spPr>
          <a:xfrm>
            <a:off x="581192" y="3206170"/>
            <a:ext cx="7818251" cy="1345764"/>
          </a:xfrm>
          <a:prstGeom prst="rect">
            <a:avLst/>
          </a:prstGeom>
        </p:spPr>
      </p:pic>
      <p:pic>
        <p:nvPicPr>
          <p:cNvPr id="7" name="Picture 6">
            <a:extLst>
              <a:ext uri="{FF2B5EF4-FFF2-40B4-BE49-F238E27FC236}">
                <a16:creationId xmlns:a16="http://schemas.microsoft.com/office/drawing/2014/main" id="{27882846-4A8A-73B4-2901-3BDD86147EF8}"/>
              </a:ext>
            </a:extLst>
          </p:cNvPr>
          <p:cNvPicPr>
            <a:picLocks noChangeAspect="1"/>
          </p:cNvPicPr>
          <p:nvPr/>
        </p:nvPicPr>
        <p:blipFill>
          <a:blip r:embed="rId3"/>
          <a:srcRect t="7529"/>
          <a:stretch>
            <a:fillRect/>
          </a:stretch>
        </p:blipFill>
        <p:spPr>
          <a:xfrm>
            <a:off x="581192" y="4712873"/>
            <a:ext cx="10717184" cy="864734"/>
          </a:xfrm>
          <a:prstGeom prst="rect">
            <a:avLst/>
          </a:prstGeom>
        </p:spPr>
      </p:pic>
    </p:spTree>
    <p:extLst>
      <p:ext uri="{BB962C8B-B14F-4D97-AF65-F5344CB8AC3E}">
        <p14:creationId xmlns:p14="http://schemas.microsoft.com/office/powerpoint/2010/main" val="1533591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780A6-23FD-81CC-30F3-0E260BFDB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D0A35-5665-FA5C-94F5-2A3EBBD562D6}"/>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B0BE9D89-A7CC-7475-67D2-C1A20C670921}"/>
              </a:ext>
            </a:extLst>
          </p:cNvPr>
          <p:cNvSpPr>
            <a:spLocks noGrp="1"/>
          </p:cNvSpPr>
          <p:nvPr>
            <p:ph idx="1"/>
          </p:nvPr>
        </p:nvSpPr>
        <p:spPr>
          <a:xfrm>
            <a:off x="581192" y="2180496"/>
            <a:ext cx="11029615" cy="968991"/>
          </a:xfrm>
        </p:spPr>
        <p:txBody>
          <a:bodyPr>
            <a:normAutofit/>
          </a:bodyPr>
          <a:lstStyle/>
          <a:p>
            <a:pPr marL="0" indent="0">
              <a:buNone/>
            </a:pPr>
            <a:r>
              <a:rPr lang="en-US" sz="2300"/>
              <a:t>3. Find the first name and last name of each employee (staff table). Your query should include the last name first, and then the first name. </a:t>
            </a:r>
          </a:p>
        </p:txBody>
      </p:sp>
      <p:pic>
        <p:nvPicPr>
          <p:cNvPr id="5" name="Picture 4">
            <a:extLst>
              <a:ext uri="{FF2B5EF4-FFF2-40B4-BE49-F238E27FC236}">
                <a16:creationId xmlns:a16="http://schemas.microsoft.com/office/drawing/2014/main" id="{409A41F3-1906-92C4-9EAB-3BF3CAFDEDDD}"/>
              </a:ext>
            </a:extLst>
          </p:cNvPr>
          <p:cNvPicPr>
            <a:picLocks noChangeAspect="1"/>
          </p:cNvPicPr>
          <p:nvPr/>
        </p:nvPicPr>
        <p:blipFill>
          <a:blip r:embed="rId3"/>
          <a:stretch>
            <a:fillRect/>
          </a:stretch>
        </p:blipFill>
        <p:spPr>
          <a:xfrm>
            <a:off x="1146048" y="3708514"/>
            <a:ext cx="4555789" cy="1227607"/>
          </a:xfrm>
          <a:prstGeom prst="rect">
            <a:avLst/>
          </a:prstGeom>
        </p:spPr>
      </p:pic>
      <p:pic>
        <p:nvPicPr>
          <p:cNvPr id="7" name="Picture 6">
            <a:extLst>
              <a:ext uri="{FF2B5EF4-FFF2-40B4-BE49-F238E27FC236}">
                <a16:creationId xmlns:a16="http://schemas.microsoft.com/office/drawing/2014/main" id="{F21733E0-73EB-D47C-8456-38D77913AC60}"/>
              </a:ext>
            </a:extLst>
          </p:cNvPr>
          <p:cNvPicPr>
            <a:picLocks noChangeAspect="1"/>
          </p:cNvPicPr>
          <p:nvPr/>
        </p:nvPicPr>
        <p:blipFill>
          <a:blip r:embed="rId4"/>
          <a:stretch>
            <a:fillRect/>
          </a:stretch>
        </p:blipFill>
        <p:spPr>
          <a:xfrm>
            <a:off x="6606322" y="3708514"/>
            <a:ext cx="3622531" cy="1440105"/>
          </a:xfrm>
          <a:prstGeom prst="rect">
            <a:avLst/>
          </a:prstGeom>
        </p:spPr>
      </p:pic>
    </p:spTree>
    <p:extLst>
      <p:ext uri="{BB962C8B-B14F-4D97-AF65-F5344CB8AC3E}">
        <p14:creationId xmlns:p14="http://schemas.microsoft.com/office/powerpoint/2010/main" val="384051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D3002-F7D8-EAEE-9510-47AE24CCB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E6BD3-B18E-7221-F1E2-C61FE31ECB18}"/>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788081F2-3083-338D-AD52-5B1948D5133E}"/>
              </a:ext>
            </a:extLst>
          </p:cNvPr>
          <p:cNvSpPr>
            <a:spLocks noGrp="1"/>
          </p:cNvSpPr>
          <p:nvPr>
            <p:ph idx="1"/>
          </p:nvPr>
        </p:nvSpPr>
        <p:spPr>
          <a:xfrm>
            <a:off x="581192" y="2180497"/>
            <a:ext cx="11029615" cy="901032"/>
          </a:xfrm>
        </p:spPr>
        <p:txBody>
          <a:bodyPr/>
          <a:lstStyle/>
          <a:p>
            <a:pPr marL="0" indent="0">
              <a:buNone/>
            </a:pPr>
            <a:r>
              <a:rPr lang="en-US" sz="2300"/>
              <a:t>4. Repeat the query above, but this time, the results should include only one column with the format last name, first name. The output column should be named “name”.</a:t>
            </a:r>
          </a:p>
        </p:txBody>
      </p:sp>
      <p:pic>
        <p:nvPicPr>
          <p:cNvPr id="5" name="Picture 4">
            <a:extLst>
              <a:ext uri="{FF2B5EF4-FFF2-40B4-BE49-F238E27FC236}">
                <a16:creationId xmlns:a16="http://schemas.microsoft.com/office/drawing/2014/main" id="{C2FE6C4A-784C-2BDB-879B-B853A969C09C}"/>
              </a:ext>
            </a:extLst>
          </p:cNvPr>
          <p:cNvPicPr>
            <a:picLocks noChangeAspect="1"/>
          </p:cNvPicPr>
          <p:nvPr/>
        </p:nvPicPr>
        <p:blipFill>
          <a:blip r:embed="rId2"/>
          <a:stretch>
            <a:fillRect/>
          </a:stretch>
        </p:blipFill>
        <p:spPr>
          <a:xfrm>
            <a:off x="858748" y="3297571"/>
            <a:ext cx="8354588" cy="1174400"/>
          </a:xfrm>
          <a:prstGeom prst="rect">
            <a:avLst/>
          </a:prstGeom>
        </p:spPr>
      </p:pic>
      <p:pic>
        <p:nvPicPr>
          <p:cNvPr id="7" name="Picture 6">
            <a:extLst>
              <a:ext uri="{FF2B5EF4-FFF2-40B4-BE49-F238E27FC236}">
                <a16:creationId xmlns:a16="http://schemas.microsoft.com/office/drawing/2014/main" id="{577D40CC-1D80-C04B-C06B-B9DB35ABC52C}"/>
              </a:ext>
            </a:extLst>
          </p:cNvPr>
          <p:cNvPicPr>
            <a:picLocks noChangeAspect="1"/>
          </p:cNvPicPr>
          <p:nvPr/>
        </p:nvPicPr>
        <p:blipFill>
          <a:blip r:embed="rId3"/>
          <a:stretch>
            <a:fillRect/>
          </a:stretch>
        </p:blipFill>
        <p:spPr>
          <a:xfrm>
            <a:off x="7059022" y="4238925"/>
            <a:ext cx="3036511" cy="1704992"/>
          </a:xfrm>
          <a:prstGeom prst="rect">
            <a:avLst/>
          </a:prstGeom>
        </p:spPr>
      </p:pic>
    </p:spTree>
    <p:extLst>
      <p:ext uri="{BB962C8B-B14F-4D97-AF65-F5344CB8AC3E}">
        <p14:creationId xmlns:p14="http://schemas.microsoft.com/office/powerpoint/2010/main" val="1926237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0B462-A37E-EFCF-1C11-85E10726D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155EC-B1EA-72FD-8EC4-B14FE975CF2C}"/>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1527F6D6-97C1-E8A2-807E-EADC4DC584BE}"/>
              </a:ext>
            </a:extLst>
          </p:cNvPr>
          <p:cNvSpPr>
            <a:spLocks noGrp="1"/>
          </p:cNvSpPr>
          <p:nvPr>
            <p:ph idx="1"/>
          </p:nvPr>
        </p:nvSpPr>
        <p:spPr>
          <a:xfrm>
            <a:off x="581192" y="2180497"/>
            <a:ext cx="11029615" cy="864455"/>
          </a:xfrm>
        </p:spPr>
        <p:txBody>
          <a:bodyPr/>
          <a:lstStyle/>
          <a:p>
            <a:pPr marL="0" indent="0">
              <a:buNone/>
            </a:pPr>
            <a:r>
              <a:rPr lang="en-US" sz="2300"/>
              <a:t>5. Get the number of customers. The output should be a single number. Name the column “</a:t>
            </a:r>
            <a:r>
              <a:rPr lang="en-US" sz="2300" err="1"/>
              <a:t>num_customers</a:t>
            </a:r>
            <a:r>
              <a:rPr lang="en-US" sz="2300"/>
              <a:t>”.</a:t>
            </a:r>
          </a:p>
        </p:txBody>
      </p:sp>
      <p:pic>
        <p:nvPicPr>
          <p:cNvPr id="5" name="Picture 4">
            <a:extLst>
              <a:ext uri="{FF2B5EF4-FFF2-40B4-BE49-F238E27FC236}">
                <a16:creationId xmlns:a16="http://schemas.microsoft.com/office/drawing/2014/main" id="{551C2E00-F3AB-9FDD-B180-0CB24F3A331E}"/>
              </a:ext>
            </a:extLst>
          </p:cNvPr>
          <p:cNvPicPr>
            <a:picLocks noChangeAspect="1"/>
          </p:cNvPicPr>
          <p:nvPr/>
        </p:nvPicPr>
        <p:blipFill>
          <a:blip r:embed="rId2"/>
          <a:stretch>
            <a:fillRect/>
          </a:stretch>
        </p:blipFill>
        <p:spPr>
          <a:xfrm>
            <a:off x="838200" y="3429000"/>
            <a:ext cx="5714999" cy="1464173"/>
          </a:xfrm>
          <a:prstGeom prst="rect">
            <a:avLst/>
          </a:prstGeom>
        </p:spPr>
      </p:pic>
      <p:pic>
        <p:nvPicPr>
          <p:cNvPr id="7" name="Picture 6">
            <a:extLst>
              <a:ext uri="{FF2B5EF4-FFF2-40B4-BE49-F238E27FC236}">
                <a16:creationId xmlns:a16="http://schemas.microsoft.com/office/drawing/2014/main" id="{852B08E3-813D-9B84-8126-7EAE7A18E89D}"/>
              </a:ext>
            </a:extLst>
          </p:cNvPr>
          <p:cNvPicPr>
            <a:picLocks noChangeAspect="1"/>
          </p:cNvPicPr>
          <p:nvPr/>
        </p:nvPicPr>
        <p:blipFill>
          <a:blip r:embed="rId3"/>
          <a:srcRect b="22513"/>
          <a:stretch>
            <a:fillRect/>
          </a:stretch>
        </p:blipFill>
        <p:spPr>
          <a:xfrm>
            <a:off x="7284776" y="3429000"/>
            <a:ext cx="3426767" cy="1243456"/>
          </a:xfrm>
          <a:prstGeom prst="rect">
            <a:avLst/>
          </a:prstGeom>
        </p:spPr>
      </p:pic>
    </p:spTree>
    <p:extLst>
      <p:ext uri="{BB962C8B-B14F-4D97-AF65-F5344CB8AC3E}">
        <p14:creationId xmlns:p14="http://schemas.microsoft.com/office/powerpoint/2010/main" val="1352496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73CA9-A602-16BF-2B8A-851E508C6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C261A-ED15-4D5F-E668-D918FD51196D}"/>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333F14F4-7734-AFA9-F454-561B713EC471}"/>
              </a:ext>
            </a:extLst>
          </p:cNvPr>
          <p:cNvSpPr>
            <a:spLocks noGrp="1"/>
          </p:cNvSpPr>
          <p:nvPr>
            <p:ph idx="1"/>
          </p:nvPr>
        </p:nvSpPr>
        <p:spPr>
          <a:xfrm>
            <a:off x="581192" y="2180497"/>
            <a:ext cx="11029615" cy="590136"/>
          </a:xfrm>
        </p:spPr>
        <p:txBody>
          <a:bodyPr>
            <a:normAutofit/>
          </a:bodyPr>
          <a:lstStyle/>
          <a:p>
            <a:pPr marL="0" indent="0">
              <a:buNone/>
            </a:pPr>
            <a:r>
              <a:rPr lang="en-US" sz="2300"/>
              <a:t>6. Get the number of customers who are active vs inactive in the system.</a:t>
            </a:r>
          </a:p>
        </p:txBody>
      </p:sp>
      <p:pic>
        <p:nvPicPr>
          <p:cNvPr id="5" name="Picture 4">
            <a:extLst>
              <a:ext uri="{FF2B5EF4-FFF2-40B4-BE49-F238E27FC236}">
                <a16:creationId xmlns:a16="http://schemas.microsoft.com/office/drawing/2014/main" id="{721FCB11-8FA6-7FCA-82F9-25BCB36D1FBE}"/>
              </a:ext>
            </a:extLst>
          </p:cNvPr>
          <p:cNvPicPr>
            <a:picLocks noChangeAspect="1"/>
          </p:cNvPicPr>
          <p:nvPr/>
        </p:nvPicPr>
        <p:blipFill>
          <a:blip r:embed="rId2"/>
          <a:stretch>
            <a:fillRect/>
          </a:stretch>
        </p:blipFill>
        <p:spPr>
          <a:xfrm>
            <a:off x="838200" y="3429000"/>
            <a:ext cx="4813890" cy="1483198"/>
          </a:xfrm>
          <a:prstGeom prst="rect">
            <a:avLst/>
          </a:prstGeom>
        </p:spPr>
      </p:pic>
      <p:pic>
        <p:nvPicPr>
          <p:cNvPr id="7" name="Picture 6">
            <a:extLst>
              <a:ext uri="{FF2B5EF4-FFF2-40B4-BE49-F238E27FC236}">
                <a16:creationId xmlns:a16="http://schemas.microsoft.com/office/drawing/2014/main" id="{90B9EB3B-12F0-4149-59CC-0E2144C402A9}"/>
              </a:ext>
            </a:extLst>
          </p:cNvPr>
          <p:cNvPicPr>
            <a:picLocks noChangeAspect="1"/>
          </p:cNvPicPr>
          <p:nvPr/>
        </p:nvPicPr>
        <p:blipFill>
          <a:blip r:embed="rId3"/>
          <a:srcRect b="7596"/>
          <a:stretch>
            <a:fillRect/>
          </a:stretch>
        </p:blipFill>
        <p:spPr>
          <a:xfrm>
            <a:off x="7038800" y="3429000"/>
            <a:ext cx="3167775" cy="1616037"/>
          </a:xfrm>
          <a:prstGeom prst="rect">
            <a:avLst/>
          </a:prstGeom>
        </p:spPr>
      </p:pic>
    </p:spTree>
    <p:extLst>
      <p:ext uri="{BB962C8B-B14F-4D97-AF65-F5344CB8AC3E}">
        <p14:creationId xmlns:p14="http://schemas.microsoft.com/office/powerpoint/2010/main" val="2520008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646DE-FBA6-3A4A-3837-44E36C5D4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110FC-06B0-99F9-E818-5C4024BE1CA8}"/>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B61F577C-37D2-7091-A412-2278E5279D4F}"/>
              </a:ext>
            </a:extLst>
          </p:cNvPr>
          <p:cNvSpPr>
            <a:spLocks noGrp="1"/>
          </p:cNvSpPr>
          <p:nvPr>
            <p:ph idx="1"/>
          </p:nvPr>
        </p:nvSpPr>
        <p:spPr>
          <a:xfrm>
            <a:off x="581192" y="2180497"/>
            <a:ext cx="11029615" cy="626712"/>
          </a:xfrm>
        </p:spPr>
        <p:txBody>
          <a:bodyPr>
            <a:normAutofit/>
          </a:bodyPr>
          <a:lstStyle/>
          <a:p>
            <a:pPr marL="0" indent="0">
              <a:buNone/>
            </a:pPr>
            <a:r>
              <a:rPr lang="en-US" sz="2300"/>
              <a:t>7. Get the average amount a customer spends on a rental. </a:t>
            </a:r>
          </a:p>
        </p:txBody>
      </p:sp>
      <p:pic>
        <p:nvPicPr>
          <p:cNvPr id="5" name="Picture 4">
            <a:extLst>
              <a:ext uri="{FF2B5EF4-FFF2-40B4-BE49-F238E27FC236}">
                <a16:creationId xmlns:a16="http://schemas.microsoft.com/office/drawing/2014/main" id="{19C35708-BC14-B272-2B37-1B13D824E8BD}"/>
              </a:ext>
            </a:extLst>
          </p:cNvPr>
          <p:cNvPicPr>
            <a:picLocks noChangeAspect="1"/>
          </p:cNvPicPr>
          <p:nvPr/>
        </p:nvPicPr>
        <p:blipFill>
          <a:blip r:embed="rId2"/>
          <a:stretch>
            <a:fillRect/>
          </a:stretch>
        </p:blipFill>
        <p:spPr>
          <a:xfrm>
            <a:off x="838200" y="3284299"/>
            <a:ext cx="5690041" cy="1160260"/>
          </a:xfrm>
          <a:prstGeom prst="rect">
            <a:avLst/>
          </a:prstGeom>
        </p:spPr>
      </p:pic>
      <p:pic>
        <p:nvPicPr>
          <p:cNvPr id="7" name="Picture 6">
            <a:extLst>
              <a:ext uri="{FF2B5EF4-FFF2-40B4-BE49-F238E27FC236}">
                <a16:creationId xmlns:a16="http://schemas.microsoft.com/office/drawing/2014/main" id="{51AAEBFB-0D80-1075-2B9C-55B155E9F799}"/>
              </a:ext>
            </a:extLst>
          </p:cNvPr>
          <p:cNvPicPr>
            <a:picLocks noChangeAspect="1"/>
          </p:cNvPicPr>
          <p:nvPr/>
        </p:nvPicPr>
        <p:blipFill>
          <a:blip r:embed="rId3"/>
          <a:stretch>
            <a:fillRect/>
          </a:stretch>
        </p:blipFill>
        <p:spPr>
          <a:xfrm>
            <a:off x="7953348" y="3284299"/>
            <a:ext cx="2527141" cy="1160260"/>
          </a:xfrm>
          <a:prstGeom prst="rect">
            <a:avLst/>
          </a:prstGeom>
        </p:spPr>
      </p:pic>
    </p:spTree>
    <p:extLst>
      <p:ext uri="{BB962C8B-B14F-4D97-AF65-F5344CB8AC3E}">
        <p14:creationId xmlns:p14="http://schemas.microsoft.com/office/powerpoint/2010/main" val="2952989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BB851-A05F-9F70-6F8A-E237D58D1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43D4C-CC87-EC07-D301-4D452F51778B}"/>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DBC40F5B-86E8-181B-F138-76A1E5D182B3}"/>
              </a:ext>
            </a:extLst>
          </p:cNvPr>
          <p:cNvSpPr>
            <a:spLocks noGrp="1"/>
          </p:cNvSpPr>
          <p:nvPr>
            <p:ph idx="1"/>
          </p:nvPr>
        </p:nvSpPr>
        <p:spPr>
          <a:xfrm>
            <a:off x="581192" y="2180497"/>
            <a:ext cx="11029615" cy="580992"/>
          </a:xfrm>
        </p:spPr>
        <p:txBody>
          <a:bodyPr>
            <a:normAutofit/>
          </a:bodyPr>
          <a:lstStyle/>
          <a:p>
            <a:pPr marL="0" indent="0">
              <a:buNone/>
            </a:pPr>
            <a:r>
              <a:rPr lang="en-US" sz="2300"/>
              <a:t>8. Get maximum amount any customer has spent on a rental. </a:t>
            </a:r>
          </a:p>
        </p:txBody>
      </p:sp>
      <p:pic>
        <p:nvPicPr>
          <p:cNvPr id="5" name="Picture 4">
            <a:extLst>
              <a:ext uri="{FF2B5EF4-FFF2-40B4-BE49-F238E27FC236}">
                <a16:creationId xmlns:a16="http://schemas.microsoft.com/office/drawing/2014/main" id="{73A81896-0EEE-1F75-F42F-68BC91CF4CD4}"/>
              </a:ext>
            </a:extLst>
          </p:cNvPr>
          <p:cNvPicPr>
            <a:picLocks noChangeAspect="1"/>
          </p:cNvPicPr>
          <p:nvPr/>
        </p:nvPicPr>
        <p:blipFill>
          <a:blip r:embed="rId2"/>
          <a:stretch>
            <a:fillRect/>
          </a:stretch>
        </p:blipFill>
        <p:spPr>
          <a:xfrm>
            <a:off x="1157456" y="3269782"/>
            <a:ext cx="5123248" cy="1178928"/>
          </a:xfrm>
          <a:prstGeom prst="rect">
            <a:avLst/>
          </a:prstGeom>
        </p:spPr>
      </p:pic>
      <p:pic>
        <p:nvPicPr>
          <p:cNvPr id="7" name="Picture 6">
            <a:extLst>
              <a:ext uri="{FF2B5EF4-FFF2-40B4-BE49-F238E27FC236}">
                <a16:creationId xmlns:a16="http://schemas.microsoft.com/office/drawing/2014/main" id="{4FFBA149-B750-944E-9026-9A038A227572}"/>
              </a:ext>
            </a:extLst>
          </p:cNvPr>
          <p:cNvPicPr>
            <a:picLocks noChangeAspect="1"/>
          </p:cNvPicPr>
          <p:nvPr/>
        </p:nvPicPr>
        <p:blipFill>
          <a:blip r:embed="rId3"/>
          <a:stretch>
            <a:fillRect/>
          </a:stretch>
        </p:blipFill>
        <p:spPr>
          <a:xfrm>
            <a:off x="7439000" y="3197864"/>
            <a:ext cx="2413034" cy="1104003"/>
          </a:xfrm>
          <a:prstGeom prst="rect">
            <a:avLst/>
          </a:prstGeom>
        </p:spPr>
      </p:pic>
    </p:spTree>
    <p:extLst>
      <p:ext uri="{BB962C8B-B14F-4D97-AF65-F5344CB8AC3E}">
        <p14:creationId xmlns:p14="http://schemas.microsoft.com/office/powerpoint/2010/main" val="1119403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48B97-7649-FD2C-CFC0-90C101851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382D1-6ADC-74CA-1D6C-F79F78C2CCF5}"/>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14A61D7F-DB9D-BC13-C4E8-164D91CD2FE9}"/>
              </a:ext>
            </a:extLst>
          </p:cNvPr>
          <p:cNvSpPr>
            <a:spLocks noGrp="1"/>
          </p:cNvSpPr>
          <p:nvPr>
            <p:ph idx="1"/>
          </p:nvPr>
        </p:nvSpPr>
        <p:spPr>
          <a:xfrm>
            <a:off x="581192" y="2180496"/>
            <a:ext cx="11029615" cy="1325563"/>
          </a:xfrm>
        </p:spPr>
        <p:txBody>
          <a:bodyPr>
            <a:normAutofit/>
          </a:bodyPr>
          <a:lstStyle/>
          <a:p>
            <a:pPr marL="0" indent="0">
              <a:buNone/>
            </a:pPr>
            <a:r>
              <a:rPr lang="en-US" sz="2300"/>
              <a:t>9. Get a list of the actors. The results should include only one column with the format last name, first name. The column should be named “</a:t>
            </a:r>
            <a:r>
              <a:rPr lang="en-US" sz="2300" err="1"/>
              <a:t>actor_name</a:t>
            </a:r>
            <a:r>
              <a:rPr lang="en-US" sz="2300"/>
              <a:t>” The results should be sorted be sorted alphabetically by the last name (ascending). </a:t>
            </a:r>
          </a:p>
        </p:txBody>
      </p:sp>
      <p:pic>
        <p:nvPicPr>
          <p:cNvPr id="5" name="Picture 4">
            <a:extLst>
              <a:ext uri="{FF2B5EF4-FFF2-40B4-BE49-F238E27FC236}">
                <a16:creationId xmlns:a16="http://schemas.microsoft.com/office/drawing/2014/main" id="{6911DBBB-13D8-229F-F804-6D6DD5E98543}"/>
              </a:ext>
            </a:extLst>
          </p:cNvPr>
          <p:cNvPicPr>
            <a:picLocks noChangeAspect="1"/>
          </p:cNvPicPr>
          <p:nvPr/>
        </p:nvPicPr>
        <p:blipFill>
          <a:blip r:embed="rId2"/>
          <a:stretch>
            <a:fillRect/>
          </a:stretch>
        </p:blipFill>
        <p:spPr>
          <a:xfrm>
            <a:off x="695223" y="4001294"/>
            <a:ext cx="7552051" cy="1325562"/>
          </a:xfrm>
          <a:prstGeom prst="rect">
            <a:avLst/>
          </a:prstGeom>
        </p:spPr>
      </p:pic>
      <p:pic>
        <p:nvPicPr>
          <p:cNvPr id="7" name="Picture 6">
            <a:extLst>
              <a:ext uri="{FF2B5EF4-FFF2-40B4-BE49-F238E27FC236}">
                <a16:creationId xmlns:a16="http://schemas.microsoft.com/office/drawing/2014/main" id="{061EDAAA-9EAB-5CD7-9E2A-5FF844F52765}"/>
              </a:ext>
            </a:extLst>
          </p:cNvPr>
          <p:cNvPicPr>
            <a:picLocks noChangeAspect="1"/>
          </p:cNvPicPr>
          <p:nvPr/>
        </p:nvPicPr>
        <p:blipFill>
          <a:blip r:embed="rId3"/>
          <a:stretch>
            <a:fillRect/>
          </a:stretch>
        </p:blipFill>
        <p:spPr>
          <a:xfrm>
            <a:off x="8580173" y="3330664"/>
            <a:ext cx="2773627" cy="2846299"/>
          </a:xfrm>
          <a:prstGeom prst="rect">
            <a:avLst/>
          </a:prstGeom>
        </p:spPr>
      </p:pic>
    </p:spTree>
    <p:extLst>
      <p:ext uri="{BB962C8B-B14F-4D97-AF65-F5344CB8AC3E}">
        <p14:creationId xmlns:p14="http://schemas.microsoft.com/office/powerpoint/2010/main" val="4113618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0C97F-AF20-81A2-FCAF-1502C75A1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CBAA8-81EB-4447-4A59-3366CF6FE91E}"/>
              </a:ext>
            </a:extLst>
          </p:cNvPr>
          <p:cNvSpPr>
            <a:spLocks noGrp="1"/>
          </p:cNvSpPr>
          <p:nvPr>
            <p:ph type="title"/>
          </p:nvPr>
        </p:nvSpPr>
        <p:spPr/>
        <p:txBody>
          <a:bodyPr>
            <a:normAutofit/>
          </a:bodyPr>
          <a:lstStyle/>
          <a:p>
            <a:r>
              <a:rPr lang="en-US" sz="3200"/>
              <a:t>Single Table Queries</a:t>
            </a:r>
          </a:p>
        </p:txBody>
      </p:sp>
      <p:sp>
        <p:nvSpPr>
          <p:cNvPr id="3" name="Content Placeholder 2">
            <a:extLst>
              <a:ext uri="{FF2B5EF4-FFF2-40B4-BE49-F238E27FC236}">
                <a16:creationId xmlns:a16="http://schemas.microsoft.com/office/drawing/2014/main" id="{869A058F-91DD-F60D-A058-D7D9FDF70A3F}"/>
              </a:ext>
            </a:extLst>
          </p:cNvPr>
          <p:cNvSpPr>
            <a:spLocks noGrp="1"/>
          </p:cNvSpPr>
          <p:nvPr>
            <p:ph idx="1"/>
          </p:nvPr>
        </p:nvSpPr>
        <p:spPr>
          <a:xfrm>
            <a:off x="581192" y="2180497"/>
            <a:ext cx="11029615" cy="654144"/>
          </a:xfrm>
        </p:spPr>
        <p:txBody>
          <a:bodyPr>
            <a:normAutofit/>
          </a:bodyPr>
          <a:lstStyle/>
          <a:p>
            <a:pPr marL="0" indent="0">
              <a:buNone/>
            </a:pPr>
            <a:r>
              <a:rPr lang="en-US" sz="2300"/>
              <a:t>10. Repeat this query above, but the results should be in reverse order. </a:t>
            </a:r>
          </a:p>
        </p:txBody>
      </p:sp>
      <p:pic>
        <p:nvPicPr>
          <p:cNvPr id="5" name="Picture 4">
            <a:extLst>
              <a:ext uri="{FF2B5EF4-FFF2-40B4-BE49-F238E27FC236}">
                <a16:creationId xmlns:a16="http://schemas.microsoft.com/office/drawing/2014/main" id="{CAD11EA0-35C8-C6AF-545B-C666466413B1}"/>
              </a:ext>
            </a:extLst>
          </p:cNvPr>
          <p:cNvPicPr>
            <a:picLocks noChangeAspect="1"/>
          </p:cNvPicPr>
          <p:nvPr/>
        </p:nvPicPr>
        <p:blipFill>
          <a:blip r:embed="rId2"/>
          <a:stretch>
            <a:fillRect/>
          </a:stretch>
        </p:blipFill>
        <p:spPr>
          <a:xfrm>
            <a:off x="710184" y="3429000"/>
            <a:ext cx="7233462" cy="1268204"/>
          </a:xfrm>
          <a:prstGeom prst="rect">
            <a:avLst/>
          </a:prstGeom>
        </p:spPr>
      </p:pic>
      <p:pic>
        <p:nvPicPr>
          <p:cNvPr id="7" name="Picture 6">
            <a:extLst>
              <a:ext uri="{FF2B5EF4-FFF2-40B4-BE49-F238E27FC236}">
                <a16:creationId xmlns:a16="http://schemas.microsoft.com/office/drawing/2014/main" id="{F41056D0-15A8-24FB-2799-D41FE6D1BCE9}"/>
              </a:ext>
            </a:extLst>
          </p:cNvPr>
          <p:cNvPicPr>
            <a:picLocks noChangeAspect="1"/>
          </p:cNvPicPr>
          <p:nvPr/>
        </p:nvPicPr>
        <p:blipFill>
          <a:blip r:embed="rId3"/>
          <a:stretch>
            <a:fillRect/>
          </a:stretch>
        </p:blipFill>
        <p:spPr>
          <a:xfrm>
            <a:off x="8323701" y="3061757"/>
            <a:ext cx="2778979" cy="2647170"/>
          </a:xfrm>
          <a:prstGeom prst="rect">
            <a:avLst/>
          </a:prstGeom>
        </p:spPr>
      </p:pic>
    </p:spTree>
    <p:extLst>
      <p:ext uri="{BB962C8B-B14F-4D97-AF65-F5344CB8AC3E}">
        <p14:creationId xmlns:p14="http://schemas.microsoft.com/office/powerpoint/2010/main" val="1168951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4046-A7FA-1F54-AAF6-7757036DDCA9}"/>
              </a:ext>
            </a:extLst>
          </p:cNvPr>
          <p:cNvSpPr>
            <a:spLocks noGrp="1"/>
          </p:cNvSpPr>
          <p:nvPr>
            <p:ph type="title"/>
          </p:nvPr>
        </p:nvSpPr>
        <p:spPr/>
        <p:txBody>
          <a:bodyPr/>
          <a:lstStyle/>
          <a:p>
            <a:r>
              <a:rPr lang="en-US"/>
              <a:t>Multi-Table Queries</a:t>
            </a:r>
          </a:p>
        </p:txBody>
      </p:sp>
      <p:sp>
        <p:nvSpPr>
          <p:cNvPr id="3" name="Content Placeholder 2">
            <a:extLst>
              <a:ext uri="{FF2B5EF4-FFF2-40B4-BE49-F238E27FC236}">
                <a16:creationId xmlns:a16="http://schemas.microsoft.com/office/drawing/2014/main" id="{F24DC4A7-4077-7518-0BDD-367E110DA973}"/>
              </a:ext>
            </a:extLst>
          </p:cNvPr>
          <p:cNvSpPr>
            <a:spLocks noGrp="1"/>
          </p:cNvSpPr>
          <p:nvPr>
            <p:ph idx="1"/>
          </p:nvPr>
        </p:nvSpPr>
        <p:spPr>
          <a:xfrm>
            <a:off x="581192" y="1965573"/>
            <a:ext cx="11029615" cy="1108996"/>
          </a:xfrm>
        </p:spPr>
        <p:txBody>
          <a:bodyPr/>
          <a:lstStyle/>
          <a:p>
            <a:pPr marL="0" indent="0">
              <a:buNone/>
            </a:pPr>
            <a:r>
              <a:rPr lang="en-US"/>
              <a:t>1.Get a list of category names and a count of movies that fall into that category. Name the category column “category” the count column “</a:t>
            </a:r>
            <a:r>
              <a:rPr lang="en-US" err="1"/>
              <a:t>num_films</a:t>
            </a:r>
            <a:r>
              <a:rPr lang="en-US"/>
              <a:t>”. Order the results alphabetically (ascending). Use the WHERE clause to join the tables.</a:t>
            </a:r>
          </a:p>
        </p:txBody>
      </p:sp>
      <p:pic>
        <p:nvPicPr>
          <p:cNvPr id="4" name="Picture 3" descr="A computer screen shot of text&#10;&#10;AI-generated content may be incorrect.">
            <a:extLst>
              <a:ext uri="{FF2B5EF4-FFF2-40B4-BE49-F238E27FC236}">
                <a16:creationId xmlns:a16="http://schemas.microsoft.com/office/drawing/2014/main" id="{108CAABD-6C25-048C-4625-5EF596382048}"/>
              </a:ext>
            </a:extLst>
          </p:cNvPr>
          <p:cNvPicPr>
            <a:picLocks noChangeAspect="1"/>
          </p:cNvPicPr>
          <p:nvPr/>
        </p:nvPicPr>
        <p:blipFill>
          <a:blip r:embed="rId2"/>
          <a:stretch>
            <a:fillRect/>
          </a:stretch>
        </p:blipFill>
        <p:spPr>
          <a:xfrm>
            <a:off x="576751" y="3284050"/>
            <a:ext cx="8117498" cy="111051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D82DC031-00D3-3DD0-FC5D-E1A9E2F1FA9F}"/>
              </a:ext>
            </a:extLst>
          </p:cNvPr>
          <p:cNvPicPr>
            <a:picLocks noChangeAspect="1"/>
          </p:cNvPicPr>
          <p:nvPr/>
        </p:nvPicPr>
        <p:blipFill>
          <a:blip r:embed="rId3"/>
          <a:stretch>
            <a:fillRect/>
          </a:stretch>
        </p:blipFill>
        <p:spPr>
          <a:xfrm>
            <a:off x="9024204" y="3909647"/>
            <a:ext cx="2681898" cy="2653323"/>
          </a:xfrm>
          <a:prstGeom prst="rect">
            <a:avLst/>
          </a:prstGeom>
        </p:spPr>
      </p:pic>
      <p:sp>
        <p:nvSpPr>
          <p:cNvPr id="7" name="Content Placeholder 2">
            <a:extLst>
              <a:ext uri="{FF2B5EF4-FFF2-40B4-BE49-F238E27FC236}">
                <a16:creationId xmlns:a16="http://schemas.microsoft.com/office/drawing/2014/main" id="{C57D4B34-6AA9-30E5-22B6-34950E284C24}"/>
              </a:ext>
            </a:extLst>
          </p:cNvPr>
          <p:cNvSpPr txBox="1">
            <a:spLocks/>
          </p:cNvSpPr>
          <p:nvPr/>
        </p:nvSpPr>
        <p:spPr>
          <a:xfrm>
            <a:off x="577284" y="4765434"/>
            <a:ext cx="11039384" cy="41538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a:ea typeface="+mn-lt"/>
                <a:cs typeface="+mn-lt"/>
              </a:rPr>
              <a:t>2. Repeat the query above using a JOIN clause instead of the WHERE clause. </a:t>
            </a:r>
            <a:endParaRPr lang="en-US"/>
          </a:p>
        </p:txBody>
      </p:sp>
      <p:pic>
        <p:nvPicPr>
          <p:cNvPr id="8" name="Picture 7">
            <a:extLst>
              <a:ext uri="{FF2B5EF4-FFF2-40B4-BE49-F238E27FC236}">
                <a16:creationId xmlns:a16="http://schemas.microsoft.com/office/drawing/2014/main" id="{224298AE-6F8F-C2D8-0598-6EE7AA595DA4}"/>
              </a:ext>
            </a:extLst>
          </p:cNvPr>
          <p:cNvPicPr>
            <a:picLocks noChangeAspect="1"/>
          </p:cNvPicPr>
          <p:nvPr/>
        </p:nvPicPr>
        <p:blipFill>
          <a:blip r:embed="rId4"/>
          <a:stretch>
            <a:fillRect/>
          </a:stretch>
        </p:blipFill>
        <p:spPr>
          <a:xfrm>
            <a:off x="575529" y="5315805"/>
            <a:ext cx="7172325" cy="1247775"/>
          </a:xfrm>
          <a:prstGeom prst="rect">
            <a:avLst/>
          </a:prstGeom>
        </p:spPr>
      </p:pic>
    </p:spTree>
    <p:extLst>
      <p:ext uri="{BB962C8B-B14F-4D97-AF65-F5344CB8AC3E}">
        <p14:creationId xmlns:p14="http://schemas.microsoft.com/office/powerpoint/2010/main" val="2672867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275D6-ADBA-5309-3898-040ADA75D9CA}"/>
              </a:ext>
            </a:extLst>
          </p:cNvPr>
          <p:cNvSpPr>
            <a:spLocks noGrp="1"/>
          </p:cNvSpPr>
          <p:nvPr>
            <p:ph type="title"/>
          </p:nvPr>
        </p:nvSpPr>
        <p:spPr/>
        <p:txBody>
          <a:bodyPr/>
          <a:lstStyle/>
          <a:p>
            <a:r>
              <a:rPr lang="en-US"/>
              <a:t>Multi-table Queries</a:t>
            </a:r>
          </a:p>
        </p:txBody>
      </p:sp>
      <p:sp>
        <p:nvSpPr>
          <p:cNvPr id="3" name="Content Placeholder 2">
            <a:extLst>
              <a:ext uri="{FF2B5EF4-FFF2-40B4-BE49-F238E27FC236}">
                <a16:creationId xmlns:a16="http://schemas.microsoft.com/office/drawing/2014/main" id="{2F1E9C5D-76F0-D499-CAE0-D5C129CAFB83}"/>
              </a:ext>
            </a:extLst>
          </p:cNvPr>
          <p:cNvSpPr>
            <a:spLocks noGrp="1"/>
          </p:cNvSpPr>
          <p:nvPr>
            <p:ph idx="1"/>
          </p:nvPr>
        </p:nvSpPr>
        <p:spPr>
          <a:xfrm>
            <a:off x="581192" y="2033958"/>
            <a:ext cx="11029615" cy="747534"/>
          </a:xfrm>
        </p:spPr>
        <p:txBody>
          <a:bodyPr/>
          <a:lstStyle/>
          <a:p>
            <a:pPr marL="0" indent="0">
              <a:buNone/>
            </a:pPr>
            <a:r>
              <a:rPr lang="en-US"/>
              <a:t>3. Get a list of country names and a count of the cities that are in that country. Name the count column “</a:t>
            </a:r>
            <a:r>
              <a:rPr lang="en-US" err="1"/>
              <a:t>num_cities</a:t>
            </a:r>
            <a:r>
              <a:rPr lang="en-US"/>
              <a:t>”. Order the results alphabetically (ascending). Use the WHERE clause to join the tables. </a:t>
            </a:r>
          </a:p>
        </p:txBody>
      </p:sp>
      <p:pic>
        <p:nvPicPr>
          <p:cNvPr id="4" name="Picture 3" descr="A white background with black text&#10;&#10;AI-generated content may be incorrect.">
            <a:extLst>
              <a:ext uri="{FF2B5EF4-FFF2-40B4-BE49-F238E27FC236}">
                <a16:creationId xmlns:a16="http://schemas.microsoft.com/office/drawing/2014/main" id="{A402B574-B7FF-F23A-9392-6D6B1C6E11D6}"/>
              </a:ext>
            </a:extLst>
          </p:cNvPr>
          <p:cNvPicPr>
            <a:picLocks noChangeAspect="1"/>
          </p:cNvPicPr>
          <p:nvPr/>
        </p:nvPicPr>
        <p:blipFill>
          <a:blip r:embed="rId2"/>
          <a:stretch>
            <a:fillRect/>
          </a:stretch>
        </p:blipFill>
        <p:spPr>
          <a:xfrm>
            <a:off x="582490" y="2790092"/>
            <a:ext cx="4657480" cy="1326661"/>
          </a:xfrm>
          <a:prstGeom prst="rect">
            <a:avLst/>
          </a:prstGeom>
        </p:spPr>
      </p:pic>
      <p:sp>
        <p:nvSpPr>
          <p:cNvPr id="6" name="TextBox 5">
            <a:extLst>
              <a:ext uri="{FF2B5EF4-FFF2-40B4-BE49-F238E27FC236}">
                <a16:creationId xmlns:a16="http://schemas.microsoft.com/office/drawing/2014/main" id="{9EBCDF02-054C-1BE3-4B9F-BEDF8F168B8E}"/>
              </a:ext>
            </a:extLst>
          </p:cNvPr>
          <p:cNvSpPr txBox="1"/>
          <p:nvPr/>
        </p:nvSpPr>
        <p:spPr>
          <a:xfrm>
            <a:off x="586154" y="4337538"/>
            <a:ext cx="99548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2"/>
                </a:solidFill>
              </a:rPr>
              <a:t>4. Repeat the query above using a JOIN clause instead of the WHERE clause. </a:t>
            </a:r>
          </a:p>
          <a:p>
            <a:pPr algn="ctr"/>
            <a:endParaRPr lang="en-US"/>
          </a:p>
        </p:txBody>
      </p:sp>
      <p:pic>
        <p:nvPicPr>
          <p:cNvPr id="7" name="Picture 6" descr="A white background with black text&#10;&#10;AI-generated content may be incorrect.">
            <a:extLst>
              <a:ext uri="{FF2B5EF4-FFF2-40B4-BE49-F238E27FC236}">
                <a16:creationId xmlns:a16="http://schemas.microsoft.com/office/drawing/2014/main" id="{2831B7D1-2BD9-FB29-FC83-732E290214ED}"/>
              </a:ext>
            </a:extLst>
          </p:cNvPr>
          <p:cNvPicPr>
            <a:picLocks noChangeAspect="1"/>
          </p:cNvPicPr>
          <p:nvPr/>
        </p:nvPicPr>
        <p:blipFill>
          <a:blip r:embed="rId3"/>
          <a:srcRect l="-48" t="20930" r="144" b="-3101"/>
          <a:stretch>
            <a:fillRect/>
          </a:stretch>
        </p:blipFill>
        <p:spPr>
          <a:xfrm>
            <a:off x="582725" y="4817819"/>
            <a:ext cx="8348609" cy="1210291"/>
          </a:xfrm>
          <a:prstGeom prst="rect">
            <a:avLst/>
          </a:prstGeom>
        </p:spPr>
      </p:pic>
      <p:pic>
        <p:nvPicPr>
          <p:cNvPr id="8" name="Picture 7" descr="A table with black text&#10;&#10;AI-generated content may be incorrect.">
            <a:extLst>
              <a:ext uri="{FF2B5EF4-FFF2-40B4-BE49-F238E27FC236}">
                <a16:creationId xmlns:a16="http://schemas.microsoft.com/office/drawing/2014/main" id="{20C50F75-FFC8-ECD5-3499-253418626B6E}"/>
              </a:ext>
            </a:extLst>
          </p:cNvPr>
          <p:cNvPicPr>
            <a:picLocks noChangeAspect="1"/>
          </p:cNvPicPr>
          <p:nvPr/>
        </p:nvPicPr>
        <p:blipFill>
          <a:blip r:embed="rId4"/>
          <a:stretch>
            <a:fillRect/>
          </a:stretch>
        </p:blipFill>
        <p:spPr>
          <a:xfrm>
            <a:off x="8675687" y="2794122"/>
            <a:ext cx="2587625" cy="3545986"/>
          </a:xfrm>
          <a:prstGeom prst="rect">
            <a:avLst/>
          </a:prstGeom>
        </p:spPr>
      </p:pic>
    </p:spTree>
    <p:extLst>
      <p:ext uri="{BB962C8B-B14F-4D97-AF65-F5344CB8AC3E}">
        <p14:creationId xmlns:p14="http://schemas.microsoft.com/office/powerpoint/2010/main" val="3048636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1348D-F99C-C298-D698-B648DA4D2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5003A-A4DE-EFD3-CB3B-772085976E59}"/>
              </a:ext>
            </a:extLst>
          </p:cNvPr>
          <p:cNvSpPr>
            <a:spLocks noGrp="1"/>
          </p:cNvSpPr>
          <p:nvPr>
            <p:ph type="title"/>
          </p:nvPr>
        </p:nvSpPr>
        <p:spPr/>
        <p:txBody>
          <a:bodyPr/>
          <a:lstStyle/>
          <a:p>
            <a:r>
              <a:rPr lang="en-US"/>
              <a:t>Multi-table Queries</a:t>
            </a:r>
          </a:p>
        </p:txBody>
      </p:sp>
      <p:sp>
        <p:nvSpPr>
          <p:cNvPr id="3" name="Content Placeholder 2">
            <a:extLst>
              <a:ext uri="{FF2B5EF4-FFF2-40B4-BE49-F238E27FC236}">
                <a16:creationId xmlns:a16="http://schemas.microsoft.com/office/drawing/2014/main" id="{374345EE-851A-2C71-8A2E-556C23AC9F3B}"/>
              </a:ext>
            </a:extLst>
          </p:cNvPr>
          <p:cNvSpPr>
            <a:spLocks noGrp="1"/>
          </p:cNvSpPr>
          <p:nvPr>
            <p:ph idx="1"/>
          </p:nvPr>
        </p:nvSpPr>
        <p:spPr>
          <a:xfrm>
            <a:off x="581192" y="1955804"/>
            <a:ext cx="11029615" cy="1245765"/>
          </a:xfrm>
        </p:spPr>
        <p:txBody>
          <a:bodyPr/>
          <a:lstStyle/>
          <a:p>
            <a:pPr marL="0" indent="0">
              <a:buNone/>
            </a:pPr>
            <a:r>
              <a:rPr lang="en-US"/>
              <a:t>5. Get a list of each customer’s last name and first name and the number of rentals they have. Name the count column “</a:t>
            </a:r>
            <a:r>
              <a:rPr lang="en-US" err="1"/>
              <a:t>num_rentals</a:t>
            </a:r>
            <a:r>
              <a:rPr lang="en-US"/>
              <a:t>”. Order the result by the number of rentals in descending order. The highest number of rentals should be at the top. Sort any es (same number of rentals) by last name (ascending). Use the WHERE clause to join the tables. </a:t>
            </a:r>
          </a:p>
        </p:txBody>
      </p:sp>
      <p:sp>
        <p:nvSpPr>
          <p:cNvPr id="5" name="TextBox 4">
            <a:extLst>
              <a:ext uri="{FF2B5EF4-FFF2-40B4-BE49-F238E27FC236}">
                <a16:creationId xmlns:a16="http://schemas.microsoft.com/office/drawing/2014/main" id="{A758C1B6-94DA-59EF-BA5D-DEB289236D06}"/>
              </a:ext>
            </a:extLst>
          </p:cNvPr>
          <p:cNvSpPr txBox="1"/>
          <p:nvPr/>
        </p:nvSpPr>
        <p:spPr>
          <a:xfrm>
            <a:off x="576385" y="4747847"/>
            <a:ext cx="80498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2"/>
                </a:solidFill>
              </a:rPr>
              <a:t>6. Repeat the query above using a JOIN clause instead of the WHERE clause. </a:t>
            </a:r>
          </a:p>
          <a:p>
            <a:pPr algn="ctr"/>
            <a:endParaRPr lang="en-US"/>
          </a:p>
        </p:txBody>
      </p:sp>
      <p:pic>
        <p:nvPicPr>
          <p:cNvPr id="7" name="Picture 6" descr="A screenshot of a table&#10;&#10;AI-generated content may be incorrect.">
            <a:extLst>
              <a:ext uri="{FF2B5EF4-FFF2-40B4-BE49-F238E27FC236}">
                <a16:creationId xmlns:a16="http://schemas.microsoft.com/office/drawing/2014/main" id="{C637718D-C98F-6577-AD97-959FB0160CC6}"/>
              </a:ext>
            </a:extLst>
          </p:cNvPr>
          <p:cNvPicPr>
            <a:picLocks noChangeAspect="1"/>
          </p:cNvPicPr>
          <p:nvPr/>
        </p:nvPicPr>
        <p:blipFill>
          <a:blip r:embed="rId2"/>
          <a:stretch>
            <a:fillRect/>
          </a:stretch>
        </p:blipFill>
        <p:spPr>
          <a:xfrm>
            <a:off x="8389938" y="3214200"/>
            <a:ext cx="2524125" cy="2676525"/>
          </a:xfrm>
          <a:prstGeom prst="rect">
            <a:avLst/>
          </a:prstGeom>
        </p:spPr>
      </p:pic>
      <p:pic>
        <p:nvPicPr>
          <p:cNvPr id="8" name="Picture 7" descr="A computer code with black text&#10;&#10;AI-generated content may be incorrect.">
            <a:extLst>
              <a:ext uri="{FF2B5EF4-FFF2-40B4-BE49-F238E27FC236}">
                <a16:creationId xmlns:a16="http://schemas.microsoft.com/office/drawing/2014/main" id="{A37DA3DA-40F3-BD1B-396F-3F77304EF541}"/>
              </a:ext>
            </a:extLst>
          </p:cNvPr>
          <p:cNvPicPr>
            <a:picLocks noChangeAspect="1"/>
          </p:cNvPicPr>
          <p:nvPr/>
        </p:nvPicPr>
        <p:blipFill>
          <a:blip r:embed="rId3"/>
          <a:stretch>
            <a:fillRect/>
          </a:stretch>
        </p:blipFill>
        <p:spPr>
          <a:xfrm>
            <a:off x="577117" y="3245461"/>
            <a:ext cx="4629150" cy="1304925"/>
          </a:xfrm>
          <a:prstGeom prst="rect">
            <a:avLst/>
          </a:prstGeom>
        </p:spPr>
      </p:pic>
      <p:pic>
        <p:nvPicPr>
          <p:cNvPr id="9" name="Picture 8" descr="A computer screen shot of text&#10;&#10;AI-generated content may be incorrect.">
            <a:extLst>
              <a:ext uri="{FF2B5EF4-FFF2-40B4-BE49-F238E27FC236}">
                <a16:creationId xmlns:a16="http://schemas.microsoft.com/office/drawing/2014/main" id="{2A1E82E8-82F1-7C3F-9D47-299839A0A85D}"/>
              </a:ext>
            </a:extLst>
          </p:cNvPr>
          <p:cNvPicPr>
            <a:picLocks noChangeAspect="1"/>
          </p:cNvPicPr>
          <p:nvPr/>
        </p:nvPicPr>
        <p:blipFill>
          <a:blip r:embed="rId4"/>
          <a:stretch>
            <a:fillRect/>
          </a:stretch>
        </p:blipFill>
        <p:spPr>
          <a:xfrm>
            <a:off x="576873" y="5220188"/>
            <a:ext cx="6134100" cy="1028700"/>
          </a:xfrm>
          <a:prstGeom prst="rect">
            <a:avLst/>
          </a:prstGeom>
        </p:spPr>
      </p:pic>
    </p:spTree>
    <p:extLst>
      <p:ext uri="{BB962C8B-B14F-4D97-AF65-F5344CB8AC3E}">
        <p14:creationId xmlns:p14="http://schemas.microsoft.com/office/powerpoint/2010/main" val="216963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6CC96-FD30-9CED-7776-ACC0ECA13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2D8E4-6310-ED3A-47E9-C69356CCA904}"/>
              </a:ext>
            </a:extLst>
          </p:cNvPr>
          <p:cNvSpPr>
            <a:spLocks noGrp="1"/>
          </p:cNvSpPr>
          <p:nvPr>
            <p:ph type="title"/>
          </p:nvPr>
        </p:nvSpPr>
        <p:spPr/>
        <p:txBody>
          <a:bodyPr/>
          <a:lstStyle/>
          <a:p>
            <a:r>
              <a:rPr lang="en-US"/>
              <a:t>Multi-table Queries</a:t>
            </a:r>
          </a:p>
        </p:txBody>
      </p:sp>
      <p:sp>
        <p:nvSpPr>
          <p:cNvPr id="3" name="Content Placeholder 2">
            <a:extLst>
              <a:ext uri="{FF2B5EF4-FFF2-40B4-BE49-F238E27FC236}">
                <a16:creationId xmlns:a16="http://schemas.microsoft.com/office/drawing/2014/main" id="{FBB64A07-4CB6-2C3E-BB7E-0C455E5FC29D}"/>
              </a:ext>
            </a:extLst>
          </p:cNvPr>
          <p:cNvSpPr>
            <a:spLocks noGrp="1"/>
          </p:cNvSpPr>
          <p:nvPr>
            <p:ph idx="1"/>
          </p:nvPr>
        </p:nvSpPr>
        <p:spPr>
          <a:xfrm>
            <a:off x="581192" y="2180496"/>
            <a:ext cx="11029615" cy="1245765"/>
          </a:xfrm>
        </p:spPr>
        <p:txBody>
          <a:bodyPr/>
          <a:lstStyle/>
          <a:p>
            <a:pPr marL="0" indent="0">
              <a:buNone/>
            </a:pPr>
            <a:r>
              <a:rPr lang="en-US"/>
              <a:t>7. Get a list of each customer’s last name and first name and the amount of money they have spent on rentals. Name the sum column “</a:t>
            </a:r>
            <a:r>
              <a:rPr lang="en-US" err="1"/>
              <a:t>total_spent</a:t>
            </a:r>
            <a:r>
              <a:rPr lang="en-US"/>
              <a:t>”. Order the result by the amount in descending order. The highest amount of money spent should be at the top. Sort any es (amount of money spent) by last name (ascending). Use the JOIN clause for this query. </a:t>
            </a:r>
          </a:p>
        </p:txBody>
      </p:sp>
      <p:pic>
        <p:nvPicPr>
          <p:cNvPr id="5" name="Picture 4" descr="A screenshot of a table&#10;&#10;AI-generated content may be incorrect.">
            <a:extLst>
              <a:ext uri="{FF2B5EF4-FFF2-40B4-BE49-F238E27FC236}">
                <a16:creationId xmlns:a16="http://schemas.microsoft.com/office/drawing/2014/main" id="{93A80068-8A8D-339B-3650-39D0DCF0A977}"/>
              </a:ext>
            </a:extLst>
          </p:cNvPr>
          <p:cNvPicPr>
            <a:picLocks noChangeAspect="1"/>
          </p:cNvPicPr>
          <p:nvPr/>
        </p:nvPicPr>
        <p:blipFill>
          <a:blip r:embed="rId2"/>
          <a:stretch>
            <a:fillRect/>
          </a:stretch>
        </p:blipFill>
        <p:spPr>
          <a:xfrm>
            <a:off x="8941614" y="3539026"/>
            <a:ext cx="2438400" cy="2676525"/>
          </a:xfrm>
          <a:prstGeom prst="rect">
            <a:avLst/>
          </a:prstGeom>
        </p:spPr>
      </p:pic>
      <p:pic>
        <p:nvPicPr>
          <p:cNvPr id="4" name="Picture 3" descr="A close-up of a computer screen&#10;&#10;AI-generated content may be incorrect.">
            <a:extLst>
              <a:ext uri="{FF2B5EF4-FFF2-40B4-BE49-F238E27FC236}">
                <a16:creationId xmlns:a16="http://schemas.microsoft.com/office/drawing/2014/main" id="{8CC5B30F-EAAF-76AD-6A00-45A2C84B3BED}"/>
              </a:ext>
            </a:extLst>
          </p:cNvPr>
          <p:cNvPicPr>
            <a:picLocks noChangeAspect="1"/>
          </p:cNvPicPr>
          <p:nvPr/>
        </p:nvPicPr>
        <p:blipFill>
          <a:blip r:embed="rId3"/>
          <a:stretch>
            <a:fillRect/>
          </a:stretch>
        </p:blipFill>
        <p:spPr>
          <a:xfrm>
            <a:off x="580292" y="3765550"/>
            <a:ext cx="7436338" cy="1241669"/>
          </a:xfrm>
          <a:prstGeom prst="rect">
            <a:avLst/>
          </a:prstGeom>
        </p:spPr>
      </p:pic>
    </p:spTree>
    <p:extLst>
      <p:ext uri="{BB962C8B-B14F-4D97-AF65-F5344CB8AC3E}">
        <p14:creationId xmlns:p14="http://schemas.microsoft.com/office/powerpoint/2010/main" val="853628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25F0A-5241-86BD-DF09-7589FBDCE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A83AC-4343-CEED-3194-96C5CFEB5565}"/>
              </a:ext>
            </a:extLst>
          </p:cNvPr>
          <p:cNvSpPr>
            <a:spLocks noGrp="1"/>
          </p:cNvSpPr>
          <p:nvPr>
            <p:ph type="title"/>
          </p:nvPr>
        </p:nvSpPr>
        <p:spPr/>
        <p:txBody>
          <a:bodyPr/>
          <a:lstStyle/>
          <a:p>
            <a:r>
              <a:rPr lang="en-US"/>
              <a:t>Multi-table Queries</a:t>
            </a:r>
          </a:p>
        </p:txBody>
      </p:sp>
      <p:sp>
        <p:nvSpPr>
          <p:cNvPr id="3" name="Content Placeholder 2">
            <a:extLst>
              <a:ext uri="{FF2B5EF4-FFF2-40B4-BE49-F238E27FC236}">
                <a16:creationId xmlns:a16="http://schemas.microsoft.com/office/drawing/2014/main" id="{D7E59756-3592-AD57-6110-1676CD28C0F2}"/>
              </a:ext>
            </a:extLst>
          </p:cNvPr>
          <p:cNvSpPr>
            <a:spLocks noGrp="1"/>
          </p:cNvSpPr>
          <p:nvPr>
            <p:ph idx="1"/>
          </p:nvPr>
        </p:nvSpPr>
        <p:spPr>
          <a:xfrm>
            <a:off x="581192" y="1936265"/>
            <a:ext cx="11029615" cy="933150"/>
          </a:xfrm>
        </p:spPr>
        <p:txBody>
          <a:bodyPr/>
          <a:lstStyle/>
          <a:p>
            <a:pPr marL="0" indent="0">
              <a:buNone/>
            </a:pPr>
            <a:r>
              <a:rPr lang="en-US"/>
              <a:t>8. Get the number of actors in each film. Order the results (ascending) by the film title and name the column with the actor count “num_actors”. </a:t>
            </a:r>
          </a:p>
        </p:txBody>
      </p:sp>
      <p:pic>
        <p:nvPicPr>
          <p:cNvPr id="4" name="Picture 3" descr="A screen shot of a computer code&#10;&#10;AI-generated content may be incorrect.">
            <a:extLst>
              <a:ext uri="{FF2B5EF4-FFF2-40B4-BE49-F238E27FC236}">
                <a16:creationId xmlns:a16="http://schemas.microsoft.com/office/drawing/2014/main" id="{23D38E9E-E4B6-ECAF-B04A-20D167C911C0}"/>
              </a:ext>
            </a:extLst>
          </p:cNvPr>
          <p:cNvPicPr>
            <a:picLocks noChangeAspect="1"/>
          </p:cNvPicPr>
          <p:nvPr/>
        </p:nvPicPr>
        <p:blipFill>
          <a:blip r:embed="rId2"/>
          <a:stretch>
            <a:fillRect/>
          </a:stretch>
        </p:blipFill>
        <p:spPr>
          <a:xfrm>
            <a:off x="583102" y="2874596"/>
            <a:ext cx="6971566" cy="120650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EE9508AF-7E2E-190A-FD50-9D860BB544F7}"/>
              </a:ext>
            </a:extLst>
          </p:cNvPr>
          <p:cNvPicPr>
            <a:picLocks noChangeAspect="1"/>
          </p:cNvPicPr>
          <p:nvPr/>
        </p:nvPicPr>
        <p:blipFill>
          <a:blip r:embed="rId3"/>
          <a:stretch>
            <a:fillRect/>
          </a:stretch>
        </p:blipFill>
        <p:spPr>
          <a:xfrm>
            <a:off x="8386274" y="2872765"/>
            <a:ext cx="2853836" cy="3457086"/>
          </a:xfrm>
          <a:prstGeom prst="rect">
            <a:avLst/>
          </a:prstGeom>
        </p:spPr>
      </p:pic>
    </p:spTree>
    <p:extLst>
      <p:ext uri="{BB962C8B-B14F-4D97-AF65-F5344CB8AC3E}">
        <p14:creationId xmlns:p14="http://schemas.microsoft.com/office/powerpoint/2010/main" val="2576407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26C6E-DAFB-0A97-4EEA-8C34C0F18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41EB4-04D0-770D-2079-E7C86778F8D0}"/>
              </a:ext>
            </a:extLst>
          </p:cNvPr>
          <p:cNvSpPr>
            <a:spLocks noGrp="1"/>
          </p:cNvSpPr>
          <p:nvPr>
            <p:ph type="title"/>
          </p:nvPr>
        </p:nvSpPr>
        <p:spPr/>
        <p:txBody>
          <a:bodyPr/>
          <a:lstStyle/>
          <a:p>
            <a:r>
              <a:rPr lang="en-US"/>
              <a:t>Multi-table Queries</a:t>
            </a:r>
          </a:p>
        </p:txBody>
      </p:sp>
      <p:sp>
        <p:nvSpPr>
          <p:cNvPr id="3" name="Content Placeholder 2">
            <a:extLst>
              <a:ext uri="{FF2B5EF4-FFF2-40B4-BE49-F238E27FC236}">
                <a16:creationId xmlns:a16="http://schemas.microsoft.com/office/drawing/2014/main" id="{EC5D2F93-DF50-9E69-4CAF-CFF77080B03B}"/>
              </a:ext>
            </a:extLst>
          </p:cNvPr>
          <p:cNvSpPr>
            <a:spLocks noGrp="1"/>
          </p:cNvSpPr>
          <p:nvPr>
            <p:ph idx="1"/>
          </p:nvPr>
        </p:nvSpPr>
        <p:spPr>
          <a:xfrm>
            <a:off x="581192" y="2180496"/>
            <a:ext cx="11029615" cy="669380"/>
          </a:xfrm>
        </p:spPr>
        <p:txBody>
          <a:bodyPr/>
          <a:lstStyle/>
          <a:p>
            <a:pPr marL="0" indent="0">
              <a:buNone/>
            </a:pPr>
            <a:r>
              <a:rPr lang="en-US"/>
              <a:t>9. Get the number of films each manager holds. Use only the manager staff id to identify the manager. Name the column with the number of films “</a:t>
            </a:r>
            <a:r>
              <a:rPr lang="en-US" err="1"/>
              <a:t>num_films</a:t>
            </a:r>
            <a:r>
              <a:rPr lang="en-US"/>
              <a:t>”. </a:t>
            </a:r>
          </a:p>
        </p:txBody>
      </p:sp>
      <p:pic>
        <p:nvPicPr>
          <p:cNvPr id="4" name="Picture 3" descr="A screenshot of a computer&#10;&#10;AI-generated content may be incorrect.">
            <a:extLst>
              <a:ext uri="{FF2B5EF4-FFF2-40B4-BE49-F238E27FC236}">
                <a16:creationId xmlns:a16="http://schemas.microsoft.com/office/drawing/2014/main" id="{43EB382B-DA09-EDA8-9045-863836DDF285}"/>
              </a:ext>
            </a:extLst>
          </p:cNvPr>
          <p:cNvPicPr>
            <a:picLocks noChangeAspect="1"/>
          </p:cNvPicPr>
          <p:nvPr/>
        </p:nvPicPr>
        <p:blipFill>
          <a:blip r:embed="rId2"/>
          <a:stretch>
            <a:fillRect/>
          </a:stretch>
        </p:blipFill>
        <p:spPr>
          <a:xfrm>
            <a:off x="8166833" y="3432786"/>
            <a:ext cx="2774950" cy="1252659"/>
          </a:xfrm>
          <a:prstGeom prst="rect">
            <a:avLst/>
          </a:prstGeom>
        </p:spPr>
      </p:pic>
      <p:pic>
        <p:nvPicPr>
          <p:cNvPr id="5" name="Picture 4" descr="A white background with black text&#10;&#10;AI-generated content may be incorrect.">
            <a:extLst>
              <a:ext uri="{FF2B5EF4-FFF2-40B4-BE49-F238E27FC236}">
                <a16:creationId xmlns:a16="http://schemas.microsoft.com/office/drawing/2014/main" id="{B630A20D-0E7B-6375-0C7C-9FF3226C5CB7}"/>
              </a:ext>
            </a:extLst>
          </p:cNvPr>
          <p:cNvPicPr>
            <a:picLocks noChangeAspect="1"/>
          </p:cNvPicPr>
          <p:nvPr/>
        </p:nvPicPr>
        <p:blipFill>
          <a:blip r:embed="rId3"/>
          <a:stretch>
            <a:fillRect/>
          </a:stretch>
        </p:blipFill>
        <p:spPr>
          <a:xfrm>
            <a:off x="582857" y="3437670"/>
            <a:ext cx="6346824" cy="1262428"/>
          </a:xfrm>
          <a:prstGeom prst="rect">
            <a:avLst/>
          </a:prstGeom>
        </p:spPr>
      </p:pic>
    </p:spTree>
    <p:extLst>
      <p:ext uri="{BB962C8B-B14F-4D97-AF65-F5344CB8AC3E}">
        <p14:creationId xmlns:p14="http://schemas.microsoft.com/office/powerpoint/2010/main" val="992519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8FB0-7738-1481-AFFE-8F81A4171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1CC06-F9BB-868A-5588-E334C562F396}"/>
              </a:ext>
            </a:extLst>
          </p:cNvPr>
          <p:cNvSpPr>
            <a:spLocks noGrp="1"/>
          </p:cNvSpPr>
          <p:nvPr>
            <p:ph type="title"/>
          </p:nvPr>
        </p:nvSpPr>
        <p:spPr/>
        <p:txBody>
          <a:bodyPr/>
          <a:lstStyle/>
          <a:p>
            <a:r>
              <a:rPr lang="en-US"/>
              <a:t>Multi-table Queries</a:t>
            </a:r>
          </a:p>
        </p:txBody>
      </p:sp>
      <p:sp>
        <p:nvSpPr>
          <p:cNvPr id="3" name="Content Placeholder 2">
            <a:extLst>
              <a:ext uri="{FF2B5EF4-FFF2-40B4-BE49-F238E27FC236}">
                <a16:creationId xmlns:a16="http://schemas.microsoft.com/office/drawing/2014/main" id="{875868A0-7986-3D28-C3DE-3B916B6734AE}"/>
              </a:ext>
            </a:extLst>
          </p:cNvPr>
          <p:cNvSpPr>
            <a:spLocks noGrp="1"/>
          </p:cNvSpPr>
          <p:nvPr>
            <p:ph idx="1"/>
          </p:nvPr>
        </p:nvSpPr>
        <p:spPr>
          <a:xfrm>
            <a:off x="581192" y="2180496"/>
            <a:ext cx="11029615" cy="933150"/>
          </a:xfrm>
        </p:spPr>
        <p:txBody>
          <a:bodyPr/>
          <a:lstStyle/>
          <a:p>
            <a:pPr marL="0" indent="0">
              <a:buNone/>
            </a:pPr>
            <a:r>
              <a:rPr lang="en-US"/>
              <a:t>10. Get the number of customers per manager. Use only the manager staff id to identify the manager. Name the column with the number of films “</a:t>
            </a:r>
            <a:r>
              <a:rPr lang="en-US" err="1"/>
              <a:t>num_customers</a:t>
            </a:r>
            <a:r>
              <a:rPr lang="en-US"/>
              <a:t>”. Order by store id (ascending). </a:t>
            </a:r>
          </a:p>
        </p:txBody>
      </p:sp>
      <p:pic>
        <p:nvPicPr>
          <p:cNvPr id="4" name="Picture 3" descr="A close up of a computer screen&#10;&#10;AI-generated content may be incorrect.">
            <a:extLst>
              <a:ext uri="{FF2B5EF4-FFF2-40B4-BE49-F238E27FC236}">
                <a16:creationId xmlns:a16="http://schemas.microsoft.com/office/drawing/2014/main" id="{DDC8AF46-4151-D78F-E83D-187FE53D4EF0}"/>
              </a:ext>
            </a:extLst>
          </p:cNvPr>
          <p:cNvPicPr>
            <a:picLocks noChangeAspect="1"/>
          </p:cNvPicPr>
          <p:nvPr/>
        </p:nvPicPr>
        <p:blipFill>
          <a:blip r:embed="rId2"/>
          <a:stretch>
            <a:fillRect/>
          </a:stretch>
        </p:blipFill>
        <p:spPr>
          <a:xfrm>
            <a:off x="581147" y="3182693"/>
            <a:ext cx="7405321" cy="119599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91FAB097-761F-7325-CC89-864D47672DD1}"/>
              </a:ext>
            </a:extLst>
          </p:cNvPr>
          <p:cNvPicPr>
            <a:picLocks noChangeAspect="1"/>
          </p:cNvPicPr>
          <p:nvPr/>
        </p:nvPicPr>
        <p:blipFill>
          <a:blip r:embed="rId3"/>
          <a:stretch>
            <a:fillRect/>
          </a:stretch>
        </p:blipFill>
        <p:spPr>
          <a:xfrm>
            <a:off x="8501754" y="3186112"/>
            <a:ext cx="3244849" cy="1194044"/>
          </a:xfrm>
          <a:prstGeom prst="rect">
            <a:avLst/>
          </a:prstGeom>
        </p:spPr>
      </p:pic>
    </p:spTree>
    <p:extLst>
      <p:ext uri="{BB962C8B-B14F-4D97-AF65-F5344CB8AC3E}">
        <p14:creationId xmlns:p14="http://schemas.microsoft.com/office/powerpoint/2010/main" val="2318058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chart of films by category&#10;&#10;AI-generated content may be incorrect.">
            <a:extLst>
              <a:ext uri="{FF2B5EF4-FFF2-40B4-BE49-F238E27FC236}">
                <a16:creationId xmlns:a16="http://schemas.microsoft.com/office/drawing/2014/main" id="{9CE71831-0A2D-FB6B-7453-0634AC010A84}"/>
              </a:ext>
            </a:extLst>
          </p:cNvPr>
          <p:cNvPicPr>
            <a:picLocks noChangeAspect="1"/>
          </p:cNvPicPr>
          <p:nvPr/>
        </p:nvPicPr>
        <p:blipFill>
          <a:blip r:embed="rId2"/>
          <a:stretch>
            <a:fillRect/>
          </a:stretch>
        </p:blipFill>
        <p:spPr>
          <a:xfrm>
            <a:off x="2068610" y="689031"/>
            <a:ext cx="8059705" cy="5953093"/>
          </a:xfrm>
          <a:prstGeom prst="rect">
            <a:avLst/>
          </a:prstGeom>
        </p:spPr>
      </p:pic>
    </p:spTree>
    <p:extLst>
      <p:ext uri="{BB962C8B-B14F-4D97-AF65-F5344CB8AC3E}">
        <p14:creationId xmlns:p14="http://schemas.microsoft.com/office/powerpoint/2010/main" val="3833628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graph of different colored bars&#10;&#10;AI-generated content may be incorrect.">
            <a:extLst>
              <a:ext uri="{FF2B5EF4-FFF2-40B4-BE49-F238E27FC236}">
                <a16:creationId xmlns:a16="http://schemas.microsoft.com/office/drawing/2014/main" id="{F97F2317-9D39-115B-0C41-03D06C898338}"/>
              </a:ext>
            </a:extLst>
          </p:cNvPr>
          <p:cNvPicPr>
            <a:picLocks noChangeAspect="1"/>
          </p:cNvPicPr>
          <p:nvPr/>
        </p:nvPicPr>
        <p:blipFill>
          <a:blip r:embed="rId2"/>
          <a:stretch>
            <a:fillRect/>
          </a:stretch>
        </p:blipFill>
        <p:spPr>
          <a:xfrm>
            <a:off x="1992280" y="669833"/>
            <a:ext cx="8207440" cy="6061950"/>
          </a:xfrm>
          <a:prstGeom prst="rect">
            <a:avLst/>
          </a:prstGeom>
        </p:spPr>
      </p:pic>
    </p:spTree>
    <p:extLst>
      <p:ext uri="{BB962C8B-B14F-4D97-AF65-F5344CB8AC3E}">
        <p14:creationId xmlns:p14="http://schemas.microsoft.com/office/powerpoint/2010/main" val="3833856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32F8F6D2-49A1-377B-63B2-2CEB57724222}"/>
              </a:ext>
            </a:extLst>
          </p:cNvPr>
          <p:cNvPicPr>
            <a:picLocks noChangeAspect="1"/>
          </p:cNvPicPr>
          <p:nvPr/>
        </p:nvPicPr>
        <p:blipFill>
          <a:blip r:embed="rId2"/>
          <a:stretch>
            <a:fillRect/>
          </a:stretch>
        </p:blipFill>
        <p:spPr>
          <a:xfrm>
            <a:off x="1912581" y="613199"/>
            <a:ext cx="8366838" cy="6180138"/>
          </a:xfrm>
          <a:prstGeom prst="rect">
            <a:avLst/>
          </a:prstGeom>
        </p:spPr>
      </p:pic>
    </p:spTree>
    <p:extLst>
      <p:ext uri="{BB962C8B-B14F-4D97-AF65-F5344CB8AC3E}">
        <p14:creationId xmlns:p14="http://schemas.microsoft.com/office/powerpoint/2010/main" val="2124826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graph of a number of rentals&#10;&#10;AI-generated content may be incorrect.">
            <a:extLst>
              <a:ext uri="{FF2B5EF4-FFF2-40B4-BE49-F238E27FC236}">
                <a16:creationId xmlns:a16="http://schemas.microsoft.com/office/drawing/2014/main" id="{C5EFEEA9-5EF2-16EC-9E08-F2B39D846CE4}"/>
              </a:ext>
            </a:extLst>
          </p:cNvPr>
          <p:cNvPicPr>
            <a:picLocks noChangeAspect="1"/>
          </p:cNvPicPr>
          <p:nvPr/>
        </p:nvPicPr>
        <p:blipFill>
          <a:blip r:embed="rId2"/>
          <a:stretch>
            <a:fillRect/>
          </a:stretch>
        </p:blipFill>
        <p:spPr>
          <a:xfrm>
            <a:off x="1963381" y="625900"/>
            <a:ext cx="8265238" cy="6142038"/>
          </a:xfrm>
          <a:prstGeom prst="rect">
            <a:avLst/>
          </a:prstGeom>
        </p:spPr>
      </p:pic>
    </p:spTree>
    <p:extLst>
      <p:ext uri="{BB962C8B-B14F-4D97-AF65-F5344CB8AC3E}">
        <p14:creationId xmlns:p14="http://schemas.microsoft.com/office/powerpoint/2010/main" val="4255849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graph of different colored bars&#10;&#10;AI-generated content may be incorrect.">
            <a:extLst>
              <a:ext uri="{FF2B5EF4-FFF2-40B4-BE49-F238E27FC236}">
                <a16:creationId xmlns:a16="http://schemas.microsoft.com/office/drawing/2014/main" id="{2B407A2D-BB46-3CD0-B879-56D0A41576BF}"/>
              </a:ext>
            </a:extLst>
          </p:cNvPr>
          <p:cNvPicPr>
            <a:picLocks noChangeAspect="1"/>
          </p:cNvPicPr>
          <p:nvPr/>
        </p:nvPicPr>
        <p:blipFill>
          <a:blip r:embed="rId2"/>
          <a:stretch>
            <a:fillRect/>
          </a:stretch>
        </p:blipFill>
        <p:spPr>
          <a:xfrm>
            <a:off x="1968954" y="641228"/>
            <a:ext cx="8254093" cy="6131929"/>
          </a:xfrm>
          <a:prstGeom prst="rect">
            <a:avLst/>
          </a:prstGeom>
        </p:spPr>
      </p:pic>
    </p:spTree>
    <p:extLst>
      <p:ext uri="{BB962C8B-B14F-4D97-AF65-F5344CB8AC3E}">
        <p14:creationId xmlns:p14="http://schemas.microsoft.com/office/powerpoint/2010/main" val="1575604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chart of a number of rentals&#10;&#10;AI-generated content may be incorrect.">
            <a:extLst>
              <a:ext uri="{FF2B5EF4-FFF2-40B4-BE49-F238E27FC236}">
                <a16:creationId xmlns:a16="http://schemas.microsoft.com/office/drawing/2014/main" id="{E9069FA3-895B-F69F-56A7-D7E00409BB63}"/>
              </a:ext>
            </a:extLst>
          </p:cNvPr>
          <p:cNvPicPr>
            <a:picLocks noChangeAspect="1"/>
          </p:cNvPicPr>
          <p:nvPr/>
        </p:nvPicPr>
        <p:blipFill>
          <a:blip r:embed="rId2"/>
          <a:stretch>
            <a:fillRect/>
          </a:stretch>
        </p:blipFill>
        <p:spPr>
          <a:xfrm>
            <a:off x="1968954" y="641228"/>
            <a:ext cx="8254093" cy="6131929"/>
          </a:xfrm>
          <a:prstGeom prst="rect">
            <a:avLst/>
          </a:prstGeom>
        </p:spPr>
      </p:pic>
    </p:spTree>
    <p:extLst>
      <p:ext uri="{BB962C8B-B14F-4D97-AF65-F5344CB8AC3E}">
        <p14:creationId xmlns:p14="http://schemas.microsoft.com/office/powerpoint/2010/main" val="1772228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FDCCE-36BD-FF7A-F45F-24100B5A623F}"/>
              </a:ext>
            </a:extLst>
          </p:cNvPr>
          <p:cNvSpPr>
            <a:spLocks noGrp="1"/>
          </p:cNvSpPr>
          <p:nvPr>
            <p:ph type="title"/>
          </p:nvPr>
        </p:nvSpPr>
        <p:spPr/>
        <p:txBody>
          <a:bodyPr>
            <a:noAutofit/>
          </a:bodyPr>
          <a:lstStyle/>
          <a:p>
            <a:pPr algn="ctr"/>
            <a:r>
              <a:rPr lang="en-US" sz="3200"/>
              <a:t>Relationship Between # of Rentals &amp; Money Spent</a:t>
            </a:r>
          </a:p>
        </p:txBody>
      </p:sp>
      <p:pic>
        <p:nvPicPr>
          <p:cNvPr id="4" name="Content Placeholder 3">
            <a:extLst>
              <a:ext uri="{FF2B5EF4-FFF2-40B4-BE49-F238E27FC236}">
                <a16:creationId xmlns:a16="http://schemas.microsoft.com/office/drawing/2014/main" id="{00C50A40-AFDB-8C95-C36D-E730660DA7C1}"/>
              </a:ext>
            </a:extLst>
          </p:cNvPr>
          <p:cNvPicPr>
            <a:picLocks noGrp="1" noChangeAspect="1"/>
          </p:cNvPicPr>
          <p:nvPr>
            <p:ph idx="1"/>
          </p:nvPr>
        </p:nvPicPr>
        <p:blipFill>
          <a:blip r:embed="rId2"/>
          <a:stretch>
            <a:fillRect/>
          </a:stretch>
        </p:blipFill>
        <p:spPr>
          <a:xfrm>
            <a:off x="2221318" y="2664136"/>
            <a:ext cx="7749363" cy="2714256"/>
          </a:xfrm>
          <a:prstGeom prst="rect">
            <a:avLst/>
          </a:prstGeom>
        </p:spPr>
      </p:pic>
    </p:spTree>
    <p:extLst>
      <p:ext uri="{BB962C8B-B14F-4D97-AF65-F5344CB8AC3E}">
        <p14:creationId xmlns:p14="http://schemas.microsoft.com/office/powerpoint/2010/main" val="255267348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0</TotalTime>
  <Words>711</Words>
  <Application>Microsoft Office PowerPoint</Application>
  <PresentationFormat>Widescreen</PresentationFormat>
  <Paragraphs>43</Paragraphs>
  <Slides>25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Gill Sans MT</vt:lpstr>
      <vt:lpstr>Wingdings 2</vt:lpstr>
      <vt:lpstr>Dividend</vt:lpstr>
      <vt:lpstr>Team Mini Project 4:  Writing SQL Queries </vt:lpstr>
      <vt:lpstr>Single Table Queries</vt:lpstr>
      <vt:lpstr>Single Table Queries</vt:lpstr>
      <vt:lpstr>Single Table Queries</vt:lpstr>
      <vt:lpstr>Single Table Queries</vt:lpstr>
      <vt:lpstr>Single Table Queries</vt:lpstr>
      <vt:lpstr>Single Table Queries</vt:lpstr>
      <vt:lpstr>Single Table Queries</vt:lpstr>
      <vt:lpstr>Single Table Queries</vt:lpstr>
      <vt:lpstr>Single Table Queries</vt:lpstr>
      <vt:lpstr>Single Table Queries</vt:lpstr>
      <vt:lpstr>Multi-Table Queries</vt:lpstr>
      <vt:lpstr>Multi-table Queries</vt:lpstr>
      <vt:lpstr>Multi-table Queries</vt:lpstr>
      <vt:lpstr>Multi-table Queries</vt:lpstr>
      <vt:lpstr>Multi-table Queries</vt:lpstr>
      <vt:lpstr>Multi-table Queries</vt:lpstr>
      <vt:lpstr>Multi-table Queries</vt:lpstr>
      <vt:lpstr>PowerPoint Presentation</vt:lpstr>
      <vt:lpstr>PowerPoint Presentation</vt:lpstr>
      <vt:lpstr>PowerPoint Presentation</vt:lpstr>
      <vt:lpstr>PowerPoint Presentation</vt:lpstr>
      <vt:lpstr>PowerPoint Presentation</vt:lpstr>
      <vt:lpstr>PowerPoint Presentation</vt:lpstr>
      <vt:lpstr>Relationship Between # of Rentals &amp; Money Spent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ellie landoch</dc:creator>
  <cp:lastModifiedBy>ellie landoch</cp:lastModifiedBy>
  <cp:revision>1</cp:revision>
  <dcterms:created xsi:type="dcterms:W3CDTF">2026-04-01T23:17:19Z</dcterms:created>
  <dcterms:modified xsi:type="dcterms:W3CDTF">2026-04-02T16:55:14Z</dcterms:modified>
</cp:coreProperties>
</file>