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81"/>
  </p:normalViewPr>
  <p:slideViewPr>
    <p:cSldViewPr snapToGrid="0">
      <p:cViewPr varScale="1">
        <p:scale>
          <a:sx n="116" d="100"/>
          <a:sy n="116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905176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9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32996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15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49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2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6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387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225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6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8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70F1F40-0B0A-AC42-9CB7-C9DE7D00B59E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201107B-8C3F-6149-9B78-AD638E6518A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07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192F-F724-22FA-2AC0-F9F70FC90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6" y="2047377"/>
            <a:ext cx="8361229" cy="2637772"/>
          </a:xfrm>
        </p:spPr>
        <p:txBody>
          <a:bodyPr/>
          <a:lstStyle/>
          <a:p>
            <a:r>
              <a:rPr lang="en-US" dirty="0"/>
              <a:t>Chemical Manufacturing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B11A3-6DF6-9110-ABFA-F6B2A0685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5" y="4685149"/>
            <a:ext cx="6831673" cy="1086237"/>
          </a:xfrm>
        </p:spPr>
        <p:txBody>
          <a:bodyPr/>
          <a:lstStyle/>
          <a:p>
            <a:r>
              <a:rPr lang="en-US" dirty="0"/>
              <a:t>By: Brandon Boyle</a:t>
            </a:r>
          </a:p>
        </p:txBody>
      </p:sp>
    </p:spTree>
    <p:extLst>
      <p:ext uri="{BB962C8B-B14F-4D97-AF65-F5344CB8AC3E}">
        <p14:creationId xmlns:p14="http://schemas.microsoft.com/office/powerpoint/2010/main" val="290064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7608-6AAD-213B-1052-94F57F869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4E09-005E-BC5F-485C-6098DA71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Chemical manufacturing company looking to maximize profit and handle waste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8B34B-F1ED-7D6F-B62F-45D67D82D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104" y="2882815"/>
            <a:ext cx="6347791" cy="37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1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E62DD-1760-1F4B-1E2A-79ED831B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6CB8C-67EE-C938-DF0A-D6534F71C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2FF6F-E95B-E58C-4CB6-77B8D868D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0" y="2880414"/>
            <a:ext cx="6354554" cy="2832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C99E62-5869-CB22-5BB1-EF250901A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858" y="3326294"/>
            <a:ext cx="4400466" cy="194089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08496E70-B11C-AC9A-6888-7AB7230C39AC}"/>
              </a:ext>
            </a:extLst>
          </p:cNvPr>
          <p:cNvSpPr/>
          <p:nvPr/>
        </p:nvSpPr>
        <p:spPr>
          <a:xfrm>
            <a:off x="6491232" y="4047432"/>
            <a:ext cx="885327" cy="498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7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E010-2645-0C00-887D-CE1426DC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4117ED-6FED-8777-0FE2-F806BA3B2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433" y="2171700"/>
            <a:ext cx="7405134" cy="348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6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8FBC-31C7-6A2A-3D7F-A5E1F11C8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CAA07-37A5-6F18-C686-5DDA8CDFC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952" y="2453050"/>
            <a:ext cx="6756095" cy="2564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199D24-AECD-58DE-B520-A8482A62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303" y="5611864"/>
            <a:ext cx="3653393" cy="56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0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79828-9CA5-69C4-23D9-B6DBB542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Analysis</a:t>
            </a:r>
          </a:p>
        </p:txBody>
      </p:sp>
      <p:pic>
        <p:nvPicPr>
          <p:cNvPr id="4" name="Picture 3" descr="A table with numbers and a few words&#10;&#10;Description automatically generated">
            <a:extLst>
              <a:ext uri="{FF2B5EF4-FFF2-40B4-BE49-F238E27FC236}">
                <a16:creationId xmlns:a16="http://schemas.microsoft.com/office/drawing/2014/main" id="{14C8E94A-6368-3CDB-5125-273F0BEE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73" y="3008276"/>
            <a:ext cx="9385853" cy="189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30A6-F12E-A303-693D-C09343BB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C4CD-FFE3-B6C1-06CE-4743704DF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the amount of raw materials available</a:t>
            </a:r>
          </a:p>
          <a:p>
            <a:r>
              <a:rPr lang="en-US" dirty="0"/>
              <a:t>Don’t get rid of product 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3417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1460</TotalTime>
  <Words>39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Franklin Gothic Book</vt:lpstr>
      <vt:lpstr>Crop</vt:lpstr>
      <vt:lpstr>Chemical Manufacturing Analysis</vt:lpstr>
      <vt:lpstr>Background </vt:lpstr>
      <vt:lpstr>Cost Analysis</vt:lpstr>
      <vt:lpstr>Constraints </vt:lpstr>
      <vt:lpstr>Solution</vt:lpstr>
      <vt:lpstr>Sensitivity Analysis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M. Boyle</dc:creator>
  <cp:lastModifiedBy>Brandon M. Boyle</cp:lastModifiedBy>
  <cp:revision>1</cp:revision>
  <dcterms:created xsi:type="dcterms:W3CDTF">2026-02-24T01:33:12Z</dcterms:created>
  <dcterms:modified xsi:type="dcterms:W3CDTF">2026-02-25T01:53:51Z</dcterms:modified>
</cp:coreProperties>
</file>